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6.png"/><Relationship Id="rId7" Type="http://schemas.openxmlformats.org/officeDocument/2006/relationships/image" Target="../media/image40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10" Type="http://schemas.openxmlformats.org/officeDocument/2006/relationships/image" Target="../media/image43.svg"/><Relationship Id="rId4" Type="http://schemas.openxmlformats.org/officeDocument/2006/relationships/image" Target="../media/image7.svg"/><Relationship Id="rId9" Type="http://schemas.openxmlformats.org/officeDocument/2006/relationships/image" Target="../media/image42.pn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47.svg"/><Relationship Id="rId5" Type="http://schemas.openxmlformats.org/officeDocument/2006/relationships/image" Target="../media/image46.png"/><Relationship Id="rId4" Type="http://schemas.openxmlformats.org/officeDocument/2006/relationships/image" Target="../media/image45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svg"/><Relationship Id="rId1" Type="http://schemas.openxmlformats.org/officeDocument/2006/relationships/image" Target="../media/image48.png"/><Relationship Id="rId6" Type="http://schemas.openxmlformats.org/officeDocument/2006/relationships/image" Target="../media/image53.svg"/><Relationship Id="rId5" Type="http://schemas.openxmlformats.org/officeDocument/2006/relationships/image" Target="../media/image52.png"/><Relationship Id="rId4" Type="http://schemas.openxmlformats.org/officeDocument/2006/relationships/image" Target="../media/image51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sv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55.svg"/><Relationship Id="rId1" Type="http://schemas.openxmlformats.org/officeDocument/2006/relationships/image" Target="../media/image54.png"/><Relationship Id="rId6" Type="http://schemas.openxmlformats.org/officeDocument/2006/relationships/image" Target="../media/image59.svg"/><Relationship Id="rId5" Type="http://schemas.openxmlformats.org/officeDocument/2006/relationships/image" Target="../media/image58.png"/><Relationship Id="rId4" Type="http://schemas.openxmlformats.org/officeDocument/2006/relationships/image" Target="../media/image5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6.png"/><Relationship Id="rId7" Type="http://schemas.openxmlformats.org/officeDocument/2006/relationships/image" Target="../media/image40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10" Type="http://schemas.openxmlformats.org/officeDocument/2006/relationships/image" Target="../media/image43.svg"/><Relationship Id="rId4" Type="http://schemas.openxmlformats.org/officeDocument/2006/relationships/image" Target="../media/image7.svg"/><Relationship Id="rId9" Type="http://schemas.openxmlformats.org/officeDocument/2006/relationships/image" Target="../media/image42.pn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47.svg"/><Relationship Id="rId5" Type="http://schemas.openxmlformats.org/officeDocument/2006/relationships/image" Target="../media/image46.png"/><Relationship Id="rId4" Type="http://schemas.openxmlformats.org/officeDocument/2006/relationships/image" Target="../media/image45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svg"/><Relationship Id="rId1" Type="http://schemas.openxmlformats.org/officeDocument/2006/relationships/image" Target="../media/image48.png"/><Relationship Id="rId6" Type="http://schemas.openxmlformats.org/officeDocument/2006/relationships/image" Target="../media/image53.svg"/><Relationship Id="rId5" Type="http://schemas.openxmlformats.org/officeDocument/2006/relationships/image" Target="../media/image52.png"/><Relationship Id="rId4" Type="http://schemas.openxmlformats.org/officeDocument/2006/relationships/image" Target="../media/image51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sv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55.svg"/><Relationship Id="rId1" Type="http://schemas.openxmlformats.org/officeDocument/2006/relationships/image" Target="../media/image54.png"/><Relationship Id="rId6" Type="http://schemas.openxmlformats.org/officeDocument/2006/relationships/image" Target="../media/image59.svg"/><Relationship Id="rId5" Type="http://schemas.openxmlformats.org/officeDocument/2006/relationships/image" Target="../media/image58.png"/><Relationship Id="rId4" Type="http://schemas.openxmlformats.org/officeDocument/2006/relationships/image" Target="../media/image5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E3FD5B2-BD8C-42C5-8CAC-B5C873DEAE4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8951B98-B94D-44DC-A338-67A2A4EF1AF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 sistema consiste em:</a:t>
          </a:r>
        </a:p>
      </dgm:t>
    </dgm:pt>
    <dgm:pt modelId="{A3665116-9F26-4922-9A0E-100FA611FECA}" type="parTrans" cxnId="{BD0C589A-E6E7-4AC0-B968-38734F2146F5}">
      <dgm:prSet/>
      <dgm:spPr/>
      <dgm:t>
        <a:bodyPr/>
        <a:lstStyle/>
        <a:p>
          <a:endParaRPr lang="en-US"/>
        </a:p>
      </dgm:t>
    </dgm:pt>
    <dgm:pt modelId="{B459802C-26BD-48F3-A76D-5D3A0248660D}" type="sibTrans" cxnId="{BD0C589A-E6E7-4AC0-B968-38734F2146F5}">
      <dgm:prSet/>
      <dgm:spPr/>
      <dgm:t>
        <a:bodyPr/>
        <a:lstStyle/>
        <a:p>
          <a:endParaRPr lang="en-US"/>
        </a:p>
      </dgm:t>
    </dgm:pt>
    <dgm:pt modelId="{87E4AA53-8DA5-49FE-9EAE-475F4224E4B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Servidor: Gerencia dados, expõe APIs REST e suporta RMI.</a:t>
          </a:r>
        </a:p>
      </dgm:t>
    </dgm:pt>
    <dgm:pt modelId="{8BEACCE4-C4D8-4519-9C51-2014C34E4D0C}" type="parTrans" cxnId="{12C3EED1-F1B9-4BFF-91A3-9644BAA169FA}">
      <dgm:prSet/>
      <dgm:spPr/>
      <dgm:t>
        <a:bodyPr/>
        <a:lstStyle/>
        <a:p>
          <a:endParaRPr lang="en-US"/>
        </a:p>
      </dgm:t>
    </dgm:pt>
    <dgm:pt modelId="{6B3838F1-2014-4175-AE03-7FE50836C4E8}" type="sibTrans" cxnId="{12C3EED1-F1B9-4BFF-91A3-9644BAA169FA}">
      <dgm:prSet/>
      <dgm:spPr/>
      <dgm:t>
        <a:bodyPr/>
        <a:lstStyle/>
        <a:p>
          <a:endParaRPr lang="en-US"/>
        </a:p>
      </dgm:t>
    </dgm:pt>
    <dgm:pt modelId="{DBB67A02-6FD5-4149-A2CC-3D6391FDFDD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RMIClient: Conecta-se ao servidor para operações síncronas e notificações.</a:t>
          </a:r>
        </a:p>
      </dgm:t>
    </dgm:pt>
    <dgm:pt modelId="{4A30EFA1-AEFA-485E-96F3-E954D156DCC6}" type="parTrans" cxnId="{54285DE2-8A1E-418E-BC7F-C809DAD162A2}">
      <dgm:prSet/>
      <dgm:spPr/>
      <dgm:t>
        <a:bodyPr/>
        <a:lstStyle/>
        <a:p>
          <a:endParaRPr lang="en-US"/>
        </a:p>
      </dgm:t>
    </dgm:pt>
    <dgm:pt modelId="{B1CB3B10-68C8-4888-BB9C-5C8ADB827171}" type="sibTrans" cxnId="{54285DE2-8A1E-418E-BC7F-C809DAD162A2}">
      <dgm:prSet/>
      <dgm:spPr/>
      <dgm:t>
        <a:bodyPr/>
        <a:lstStyle/>
        <a:p>
          <a:endParaRPr lang="en-US"/>
        </a:p>
      </dgm:t>
    </dgm:pt>
    <dgm:pt modelId="{B827E27A-783E-4E4E-80C1-FBA12463A5B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HTTPClient: Interage com o servidor via </a:t>
          </a:r>
        </a:p>
        <a:p>
          <a:pPr>
            <a:lnSpc>
              <a:spcPct val="100000"/>
            </a:lnSpc>
          </a:pPr>
          <a:r>
            <a:rPr lang="en-US"/>
            <a:t>API-REST.</a:t>
          </a:r>
        </a:p>
      </dgm:t>
    </dgm:pt>
    <dgm:pt modelId="{43FE628C-FF78-41CD-A21C-736BE51E9F04}" type="parTrans" cxnId="{3B55BFB4-1B0B-4EBA-8FFC-A785EAB4DEED}">
      <dgm:prSet/>
      <dgm:spPr/>
      <dgm:t>
        <a:bodyPr/>
        <a:lstStyle/>
        <a:p>
          <a:endParaRPr lang="en-US"/>
        </a:p>
      </dgm:t>
    </dgm:pt>
    <dgm:pt modelId="{140985F6-A8AF-4758-83B1-1241E918FC97}" type="sibTrans" cxnId="{3B55BFB4-1B0B-4EBA-8FFC-A785EAB4DEED}">
      <dgm:prSet/>
      <dgm:spPr/>
      <dgm:t>
        <a:bodyPr/>
        <a:lstStyle/>
        <a:p>
          <a:endParaRPr lang="en-US"/>
        </a:p>
      </dgm:t>
    </dgm:pt>
    <dgm:pt modelId="{4AB46D58-4529-426E-9033-CFE7CE38819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Ambos os clientes utilizam o servidor para gerir e manipular dados como usuários, grupos e despesas.</a:t>
          </a:r>
        </a:p>
      </dgm:t>
    </dgm:pt>
    <dgm:pt modelId="{534CF801-F557-44AB-8F95-0EF6C16AD496}" type="parTrans" cxnId="{A00DEB2C-0A29-47F0-9E50-198723BB4C0E}">
      <dgm:prSet/>
      <dgm:spPr/>
      <dgm:t>
        <a:bodyPr/>
        <a:lstStyle/>
        <a:p>
          <a:endParaRPr lang="en-US"/>
        </a:p>
      </dgm:t>
    </dgm:pt>
    <dgm:pt modelId="{4E646A26-539E-4771-8DAA-01279DC97275}" type="sibTrans" cxnId="{A00DEB2C-0A29-47F0-9E50-198723BB4C0E}">
      <dgm:prSet/>
      <dgm:spPr/>
      <dgm:t>
        <a:bodyPr/>
        <a:lstStyle/>
        <a:p>
          <a:endParaRPr lang="en-US"/>
        </a:p>
      </dgm:t>
    </dgm:pt>
    <dgm:pt modelId="{9382CEA7-DDBF-4F1C-AC58-E0C3E0D4C427}" type="pres">
      <dgm:prSet presAssocID="{CE3FD5B2-BD8C-42C5-8CAC-B5C873DEAE4B}" presName="root" presStyleCnt="0">
        <dgm:presLayoutVars>
          <dgm:dir/>
          <dgm:resizeHandles val="exact"/>
        </dgm:presLayoutVars>
      </dgm:prSet>
      <dgm:spPr/>
    </dgm:pt>
    <dgm:pt modelId="{FCE4A202-A14E-4B85-A28D-A27FA9019C91}" type="pres">
      <dgm:prSet presAssocID="{48951B98-B94D-44DC-A338-67A2A4EF1AF2}" presName="compNode" presStyleCnt="0"/>
      <dgm:spPr/>
    </dgm:pt>
    <dgm:pt modelId="{E0A48F05-44B7-4BBA-9315-516678EEB347}" type="pres">
      <dgm:prSet presAssocID="{48951B98-B94D-44DC-A338-67A2A4EF1AF2}" presName="bgRect" presStyleLbl="bgShp" presStyleIdx="0" presStyleCnt="5"/>
      <dgm:spPr/>
    </dgm:pt>
    <dgm:pt modelId="{622182FE-BB44-46F5-99B2-A7821D2EE208}" type="pres">
      <dgm:prSet presAssocID="{48951B98-B94D-44DC-A338-67A2A4EF1AF2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ador"/>
        </a:ext>
      </dgm:extLst>
    </dgm:pt>
    <dgm:pt modelId="{6674BFD8-9D56-4E77-909F-F40DBCB46631}" type="pres">
      <dgm:prSet presAssocID="{48951B98-B94D-44DC-A338-67A2A4EF1AF2}" presName="spaceRect" presStyleCnt="0"/>
      <dgm:spPr/>
    </dgm:pt>
    <dgm:pt modelId="{86EA12C7-F0E1-4B62-AD9D-577730E4B39F}" type="pres">
      <dgm:prSet presAssocID="{48951B98-B94D-44DC-A338-67A2A4EF1AF2}" presName="parTx" presStyleLbl="revTx" presStyleIdx="0" presStyleCnt="5">
        <dgm:presLayoutVars>
          <dgm:chMax val="0"/>
          <dgm:chPref val="0"/>
        </dgm:presLayoutVars>
      </dgm:prSet>
      <dgm:spPr/>
    </dgm:pt>
    <dgm:pt modelId="{3934E7AC-6326-4BBE-B001-1DEDE1A5CFA7}" type="pres">
      <dgm:prSet presAssocID="{B459802C-26BD-48F3-A76D-5D3A0248660D}" presName="sibTrans" presStyleCnt="0"/>
      <dgm:spPr/>
    </dgm:pt>
    <dgm:pt modelId="{B09ECACD-2DDA-4C17-A2B7-EF62EA9D29FC}" type="pres">
      <dgm:prSet presAssocID="{87E4AA53-8DA5-49FE-9EAE-475F4224E4BE}" presName="compNode" presStyleCnt="0"/>
      <dgm:spPr/>
    </dgm:pt>
    <dgm:pt modelId="{EB17DEF7-9124-444B-B354-727011019824}" type="pres">
      <dgm:prSet presAssocID="{87E4AA53-8DA5-49FE-9EAE-475F4224E4BE}" presName="bgRect" presStyleLbl="bgShp" presStyleIdx="1" presStyleCnt="5"/>
      <dgm:spPr/>
    </dgm:pt>
    <dgm:pt modelId="{7A0C8DCE-C1B3-4660-9106-2F9C51D3CAF7}" type="pres">
      <dgm:prSet presAssocID="{87E4AA53-8DA5-49FE-9EAE-475F4224E4BE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idor"/>
        </a:ext>
      </dgm:extLst>
    </dgm:pt>
    <dgm:pt modelId="{3D87ADD9-0856-4564-88DD-606941E107C9}" type="pres">
      <dgm:prSet presAssocID="{87E4AA53-8DA5-49FE-9EAE-475F4224E4BE}" presName="spaceRect" presStyleCnt="0"/>
      <dgm:spPr/>
    </dgm:pt>
    <dgm:pt modelId="{7AB73C61-A85B-40FC-900C-86BD188038CD}" type="pres">
      <dgm:prSet presAssocID="{87E4AA53-8DA5-49FE-9EAE-475F4224E4BE}" presName="parTx" presStyleLbl="revTx" presStyleIdx="1" presStyleCnt="5">
        <dgm:presLayoutVars>
          <dgm:chMax val="0"/>
          <dgm:chPref val="0"/>
        </dgm:presLayoutVars>
      </dgm:prSet>
      <dgm:spPr/>
    </dgm:pt>
    <dgm:pt modelId="{DE5623B0-F12D-4189-81FE-EFE897EE5BA2}" type="pres">
      <dgm:prSet presAssocID="{6B3838F1-2014-4175-AE03-7FE50836C4E8}" presName="sibTrans" presStyleCnt="0"/>
      <dgm:spPr/>
    </dgm:pt>
    <dgm:pt modelId="{7436BDA3-29AF-4AD6-B235-D752FB7E83BA}" type="pres">
      <dgm:prSet presAssocID="{DBB67A02-6FD5-4149-A2CC-3D6391FDFDD5}" presName="compNode" presStyleCnt="0"/>
      <dgm:spPr/>
    </dgm:pt>
    <dgm:pt modelId="{4055D826-5CBF-4E1F-B511-E06C990AAC7C}" type="pres">
      <dgm:prSet presAssocID="{DBB67A02-6FD5-4149-A2CC-3D6391FDFDD5}" presName="bgRect" presStyleLbl="bgShp" presStyleIdx="2" presStyleCnt="5"/>
      <dgm:spPr/>
    </dgm:pt>
    <dgm:pt modelId="{37906A51-D6CA-4F46-8245-7F4845AA93B4}" type="pres">
      <dgm:prSet presAssocID="{DBB67A02-6FD5-4149-A2CC-3D6391FDFDD5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4D8BA831-A6B0-4A85-BEF0-993242DA0FE6}" type="pres">
      <dgm:prSet presAssocID="{DBB67A02-6FD5-4149-A2CC-3D6391FDFDD5}" presName="spaceRect" presStyleCnt="0"/>
      <dgm:spPr/>
    </dgm:pt>
    <dgm:pt modelId="{3C193F3E-2E5B-4127-9E9A-B1B4AE539A21}" type="pres">
      <dgm:prSet presAssocID="{DBB67A02-6FD5-4149-A2CC-3D6391FDFDD5}" presName="parTx" presStyleLbl="revTx" presStyleIdx="2" presStyleCnt="5">
        <dgm:presLayoutVars>
          <dgm:chMax val="0"/>
          <dgm:chPref val="0"/>
        </dgm:presLayoutVars>
      </dgm:prSet>
      <dgm:spPr/>
    </dgm:pt>
    <dgm:pt modelId="{EC5591CD-896D-4EC6-B64E-44240AFE40BF}" type="pres">
      <dgm:prSet presAssocID="{B1CB3B10-68C8-4888-BB9C-5C8ADB827171}" presName="sibTrans" presStyleCnt="0"/>
      <dgm:spPr/>
    </dgm:pt>
    <dgm:pt modelId="{CA19F826-53C8-4DEC-AB56-24C5F2986701}" type="pres">
      <dgm:prSet presAssocID="{B827E27A-783E-4E4E-80C1-FBA12463A5BC}" presName="compNode" presStyleCnt="0"/>
      <dgm:spPr/>
    </dgm:pt>
    <dgm:pt modelId="{C68AE71D-6403-4815-A873-A1069B12585F}" type="pres">
      <dgm:prSet presAssocID="{B827E27A-783E-4E4E-80C1-FBA12463A5BC}" presName="bgRect" presStyleLbl="bgShp" presStyleIdx="3" presStyleCnt="5"/>
      <dgm:spPr/>
    </dgm:pt>
    <dgm:pt modelId="{1C43E276-B8FE-48D7-927E-9AB030175341}" type="pres">
      <dgm:prSet presAssocID="{B827E27A-783E-4E4E-80C1-FBA12463A5BC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are With Person"/>
        </a:ext>
      </dgm:extLst>
    </dgm:pt>
    <dgm:pt modelId="{BEABDD61-1BDC-4F4A-B601-F589A1207F3F}" type="pres">
      <dgm:prSet presAssocID="{B827E27A-783E-4E4E-80C1-FBA12463A5BC}" presName="spaceRect" presStyleCnt="0"/>
      <dgm:spPr/>
    </dgm:pt>
    <dgm:pt modelId="{CD8EB480-D075-45D6-ADDA-038B3BDC9C14}" type="pres">
      <dgm:prSet presAssocID="{B827E27A-783E-4E4E-80C1-FBA12463A5BC}" presName="parTx" presStyleLbl="revTx" presStyleIdx="3" presStyleCnt="5">
        <dgm:presLayoutVars>
          <dgm:chMax val="0"/>
          <dgm:chPref val="0"/>
        </dgm:presLayoutVars>
      </dgm:prSet>
      <dgm:spPr/>
    </dgm:pt>
    <dgm:pt modelId="{B4B66314-2319-4A9B-AD10-58E47AF835F0}" type="pres">
      <dgm:prSet presAssocID="{140985F6-A8AF-4758-83B1-1241E918FC97}" presName="sibTrans" presStyleCnt="0"/>
      <dgm:spPr/>
    </dgm:pt>
    <dgm:pt modelId="{78F618B2-AF30-4743-9F7C-5AF3EBEC6623}" type="pres">
      <dgm:prSet presAssocID="{4AB46D58-4529-426E-9033-CFE7CE388195}" presName="compNode" presStyleCnt="0"/>
      <dgm:spPr/>
    </dgm:pt>
    <dgm:pt modelId="{07274E40-5CBF-4064-B560-0435A17BAA25}" type="pres">
      <dgm:prSet presAssocID="{4AB46D58-4529-426E-9033-CFE7CE388195}" presName="bgRect" presStyleLbl="bgShp" presStyleIdx="4" presStyleCnt="5"/>
      <dgm:spPr/>
    </dgm:pt>
    <dgm:pt modelId="{625E020D-3732-468C-AC99-1DF1398120DD}" type="pres">
      <dgm:prSet presAssocID="{4AB46D58-4529-426E-9033-CFE7CE388195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B451E83D-4648-4BAF-9492-ED82FE8A5B76}" type="pres">
      <dgm:prSet presAssocID="{4AB46D58-4529-426E-9033-CFE7CE388195}" presName="spaceRect" presStyleCnt="0"/>
      <dgm:spPr/>
    </dgm:pt>
    <dgm:pt modelId="{70ABC611-9511-4DF7-BBEF-C2484476277A}" type="pres">
      <dgm:prSet presAssocID="{4AB46D58-4529-426E-9033-CFE7CE388195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2722E522-CAF8-4923-A296-D837F311D259}" type="presOf" srcId="{B827E27A-783E-4E4E-80C1-FBA12463A5BC}" destId="{CD8EB480-D075-45D6-ADDA-038B3BDC9C14}" srcOrd="0" destOrd="0" presId="urn:microsoft.com/office/officeart/2018/2/layout/IconVerticalSolidList"/>
    <dgm:cxn modelId="{A00DEB2C-0A29-47F0-9E50-198723BB4C0E}" srcId="{CE3FD5B2-BD8C-42C5-8CAC-B5C873DEAE4B}" destId="{4AB46D58-4529-426E-9033-CFE7CE388195}" srcOrd="4" destOrd="0" parTransId="{534CF801-F557-44AB-8F95-0EF6C16AD496}" sibTransId="{4E646A26-539E-4771-8DAA-01279DC97275}"/>
    <dgm:cxn modelId="{7CBFF840-1F1D-45C3-BCCD-407A30596991}" type="presOf" srcId="{48951B98-B94D-44DC-A338-67A2A4EF1AF2}" destId="{86EA12C7-F0E1-4B62-AD9D-577730E4B39F}" srcOrd="0" destOrd="0" presId="urn:microsoft.com/office/officeart/2018/2/layout/IconVerticalSolidList"/>
    <dgm:cxn modelId="{9B110575-E8CE-43F2-B857-330B4C8383A5}" type="presOf" srcId="{4AB46D58-4529-426E-9033-CFE7CE388195}" destId="{70ABC611-9511-4DF7-BBEF-C2484476277A}" srcOrd="0" destOrd="0" presId="urn:microsoft.com/office/officeart/2018/2/layout/IconVerticalSolidList"/>
    <dgm:cxn modelId="{28E2D57F-AFF9-41F4-84D3-7F7D86BEFBC5}" type="presOf" srcId="{87E4AA53-8DA5-49FE-9EAE-475F4224E4BE}" destId="{7AB73C61-A85B-40FC-900C-86BD188038CD}" srcOrd="0" destOrd="0" presId="urn:microsoft.com/office/officeart/2018/2/layout/IconVerticalSolidList"/>
    <dgm:cxn modelId="{BD0C589A-E6E7-4AC0-B968-38734F2146F5}" srcId="{CE3FD5B2-BD8C-42C5-8CAC-B5C873DEAE4B}" destId="{48951B98-B94D-44DC-A338-67A2A4EF1AF2}" srcOrd="0" destOrd="0" parTransId="{A3665116-9F26-4922-9A0E-100FA611FECA}" sibTransId="{B459802C-26BD-48F3-A76D-5D3A0248660D}"/>
    <dgm:cxn modelId="{3B55BFB4-1B0B-4EBA-8FFC-A785EAB4DEED}" srcId="{CE3FD5B2-BD8C-42C5-8CAC-B5C873DEAE4B}" destId="{B827E27A-783E-4E4E-80C1-FBA12463A5BC}" srcOrd="3" destOrd="0" parTransId="{43FE628C-FF78-41CD-A21C-736BE51E9F04}" sibTransId="{140985F6-A8AF-4758-83B1-1241E918FC97}"/>
    <dgm:cxn modelId="{12C3EED1-F1B9-4BFF-91A3-9644BAA169FA}" srcId="{CE3FD5B2-BD8C-42C5-8CAC-B5C873DEAE4B}" destId="{87E4AA53-8DA5-49FE-9EAE-475F4224E4BE}" srcOrd="1" destOrd="0" parTransId="{8BEACCE4-C4D8-4519-9C51-2014C34E4D0C}" sibTransId="{6B3838F1-2014-4175-AE03-7FE50836C4E8}"/>
    <dgm:cxn modelId="{BE9E94D2-EF4B-443D-A8E7-51D413FF6402}" type="presOf" srcId="{DBB67A02-6FD5-4149-A2CC-3D6391FDFDD5}" destId="{3C193F3E-2E5B-4127-9E9A-B1B4AE539A21}" srcOrd="0" destOrd="0" presId="urn:microsoft.com/office/officeart/2018/2/layout/IconVerticalSolidList"/>
    <dgm:cxn modelId="{54285DE2-8A1E-418E-BC7F-C809DAD162A2}" srcId="{CE3FD5B2-BD8C-42C5-8CAC-B5C873DEAE4B}" destId="{DBB67A02-6FD5-4149-A2CC-3D6391FDFDD5}" srcOrd="2" destOrd="0" parTransId="{4A30EFA1-AEFA-485E-96F3-E954D156DCC6}" sibTransId="{B1CB3B10-68C8-4888-BB9C-5C8ADB827171}"/>
    <dgm:cxn modelId="{5AC0C6F5-B054-472E-B161-3FEA0638C296}" type="presOf" srcId="{CE3FD5B2-BD8C-42C5-8CAC-B5C873DEAE4B}" destId="{9382CEA7-DDBF-4F1C-AC58-E0C3E0D4C427}" srcOrd="0" destOrd="0" presId="urn:microsoft.com/office/officeart/2018/2/layout/IconVerticalSolidList"/>
    <dgm:cxn modelId="{86CBE1F2-B860-427E-84B0-65E460C7EEC5}" type="presParOf" srcId="{9382CEA7-DDBF-4F1C-AC58-E0C3E0D4C427}" destId="{FCE4A202-A14E-4B85-A28D-A27FA9019C91}" srcOrd="0" destOrd="0" presId="urn:microsoft.com/office/officeart/2018/2/layout/IconVerticalSolidList"/>
    <dgm:cxn modelId="{6CC7E443-56BB-4088-823F-56CA00ECBB7D}" type="presParOf" srcId="{FCE4A202-A14E-4B85-A28D-A27FA9019C91}" destId="{E0A48F05-44B7-4BBA-9315-516678EEB347}" srcOrd="0" destOrd="0" presId="urn:microsoft.com/office/officeart/2018/2/layout/IconVerticalSolidList"/>
    <dgm:cxn modelId="{FEED8F54-8445-4CC4-ADF0-04207EA8F628}" type="presParOf" srcId="{FCE4A202-A14E-4B85-A28D-A27FA9019C91}" destId="{622182FE-BB44-46F5-99B2-A7821D2EE208}" srcOrd="1" destOrd="0" presId="urn:microsoft.com/office/officeart/2018/2/layout/IconVerticalSolidList"/>
    <dgm:cxn modelId="{0B8449F2-EB6A-4CFF-98FF-2C861CB3844E}" type="presParOf" srcId="{FCE4A202-A14E-4B85-A28D-A27FA9019C91}" destId="{6674BFD8-9D56-4E77-909F-F40DBCB46631}" srcOrd="2" destOrd="0" presId="urn:microsoft.com/office/officeart/2018/2/layout/IconVerticalSolidList"/>
    <dgm:cxn modelId="{7D206DCB-A0A6-41BB-8893-3784896062B0}" type="presParOf" srcId="{FCE4A202-A14E-4B85-A28D-A27FA9019C91}" destId="{86EA12C7-F0E1-4B62-AD9D-577730E4B39F}" srcOrd="3" destOrd="0" presId="urn:microsoft.com/office/officeart/2018/2/layout/IconVerticalSolidList"/>
    <dgm:cxn modelId="{CC7141C2-E34E-44F0-8FB7-DA197C80D205}" type="presParOf" srcId="{9382CEA7-DDBF-4F1C-AC58-E0C3E0D4C427}" destId="{3934E7AC-6326-4BBE-B001-1DEDE1A5CFA7}" srcOrd="1" destOrd="0" presId="urn:microsoft.com/office/officeart/2018/2/layout/IconVerticalSolidList"/>
    <dgm:cxn modelId="{6E6DF172-3045-4DED-AB06-92C5190F7C46}" type="presParOf" srcId="{9382CEA7-DDBF-4F1C-AC58-E0C3E0D4C427}" destId="{B09ECACD-2DDA-4C17-A2B7-EF62EA9D29FC}" srcOrd="2" destOrd="0" presId="urn:microsoft.com/office/officeart/2018/2/layout/IconVerticalSolidList"/>
    <dgm:cxn modelId="{9DC7319B-0299-42BD-AF49-522CAB4C4816}" type="presParOf" srcId="{B09ECACD-2DDA-4C17-A2B7-EF62EA9D29FC}" destId="{EB17DEF7-9124-444B-B354-727011019824}" srcOrd="0" destOrd="0" presId="urn:microsoft.com/office/officeart/2018/2/layout/IconVerticalSolidList"/>
    <dgm:cxn modelId="{F3898210-F498-4FF5-B61A-84E83B4B2668}" type="presParOf" srcId="{B09ECACD-2DDA-4C17-A2B7-EF62EA9D29FC}" destId="{7A0C8DCE-C1B3-4660-9106-2F9C51D3CAF7}" srcOrd="1" destOrd="0" presId="urn:microsoft.com/office/officeart/2018/2/layout/IconVerticalSolidList"/>
    <dgm:cxn modelId="{1B0CD5C9-93D1-4965-9807-16199183C748}" type="presParOf" srcId="{B09ECACD-2DDA-4C17-A2B7-EF62EA9D29FC}" destId="{3D87ADD9-0856-4564-88DD-606941E107C9}" srcOrd="2" destOrd="0" presId="urn:microsoft.com/office/officeart/2018/2/layout/IconVerticalSolidList"/>
    <dgm:cxn modelId="{1655A17F-F5E0-4B7E-929F-7915FAA4DBA6}" type="presParOf" srcId="{B09ECACD-2DDA-4C17-A2B7-EF62EA9D29FC}" destId="{7AB73C61-A85B-40FC-900C-86BD188038CD}" srcOrd="3" destOrd="0" presId="urn:microsoft.com/office/officeart/2018/2/layout/IconVerticalSolidList"/>
    <dgm:cxn modelId="{A8B47176-F353-4626-8C40-DE9345F6CA87}" type="presParOf" srcId="{9382CEA7-DDBF-4F1C-AC58-E0C3E0D4C427}" destId="{DE5623B0-F12D-4189-81FE-EFE897EE5BA2}" srcOrd="3" destOrd="0" presId="urn:microsoft.com/office/officeart/2018/2/layout/IconVerticalSolidList"/>
    <dgm:cxn modelId="{890F7715-D2ED-42D4-BA87-4E28434CC9D5}" type="presParOf" srcId="{9382CEA7-DDBF-4F1C-AC58-E0C3E0D4C427}" destId="{7436BDA3-29AF-4AD6-B235-D752FB7E83BA}" srcOrd="4" destOrd="0" presId="urn:microsoft.com/office/officeart/2018/2/layout/IconVerticalSolidList"/>
    <dgm:cxn modelId="{7F596CCB-CE2F-4D31-BA89-20167FD551D2}" type="presParOf" srcId="{7436BDA3-29AF-4AD6-B235-D752FB7E83BA}" destId="{4055D826-5CBF-4E1F-B511-E06C990AAC7C}" srcOrd="0" destOrd="0" presId="urn:microsoft.com/office/officeart/2018/2/layout/IconVerticalSolidList"/>
    <dgm:cxn modelId="{DD4081B3-FA61-4D8B-AD05-68B5F95D9743}" type="presParOf" srcId="{7436BDA3-29AF-4AD6-B235-D752FB7E83BA}" destId="{37906A51-D6CA-4F46-8245-7F4845AA93B4}" srcOrd="1" destOrd="0" presId="urn:microsoft.com/office/officeart/2018/2/layout/IconVerticalSolidList"/>
    <dgm:cxn modelId="{CB402AB8-5B77-46BA-BC3A-CE4C94111E97}" type="presParOf" srcId="{7436BDA3-29AF-4AD6-B235-D752FB7E83BA}" destId="{4D8BA831-A6B0-4A85-BEF0-993242DA0FE6}" srcOrd="2" destOrd="0" presId="urn:microsoft.com/office/officeart/2018/2/layout/IconVerticalSolidList"/>
    <dgm:cxn modelId="{DED1CA4F-2811-490F-AE43-D99895D5F64A}" type="presParOf" srcId="{7436BDA3-29AF-4AD6-B235-D752FB7E83BA}" destId="{3C193F3E-2E5B-4127-9E9A-B1B4AE539A21}" srcOrd="3" destOrd="0" presId="urn:microsoft.com/office/officeart/2018/2/layout/IconVerticalSolidList"/>
    <dgm:cxn modelId="{27CFE7FF-A5FB-4C04-8646-DECDCB874CC9}" type="presParOf" srcId="{9382CEA7-DDBF-4F1C-AC58-E0C3E0D4C427}" destId="{EC5591CD-896D-4EC6-B64E-44240AFE40BF}" srcOrd="5" destOrd="0" presId="urn:microsoft.com/office/officeart/2018/2/layout/IconVerticalSolidList"/>
    <dgm:cxn modelId="{DCBE3F36-0272-488F-B933-640D96FB88A3}" type="presParOf" srcId="{9382CEA7-DDBF-4F1C-AC58-E0C3E0D4C427}" destId="{CA19F826-53C8-4DEC-AB56-24C5F2986701}" srcOrd="6" destOrd="0" presId="urn:microsoft.com/office/officeart/2018/2/layout/IconVerticalSolidList"/>
    <dgm:cxn modelId="{D55EF506-72FC-47DC-945B-4F06E264C676}" type="presParOf" srcId="{CA19F826-53C8-4DEC-AB56-24C5F2986701}" destId="{C68AE71D-6403-4815-A873-A1069B12585F}" srcOrd="0" destOrd="0" presId="urn:microsoft.com/office/officeart/2018/2/layout/IconVerticalSolidList"/>
    <dgm:cxn modelId="{132B2A31-F09D-423C-9015-17815DD0E023}" type="presParOf" srcId="{CA19F826-53C8-4DEC-AB56-24C5F2986701}" destId="{1C43E276-B8FE-48D7-927E-9AB030175341}" srcOrd="1" destOrd="0" presId="urn:microsoft.com/office/officeart/2018/2/layout/IconVerticalSolidList"/>
    <dgm:cxn modelId="{96576135-73A2-4A6F-AF44-1392FAC9CAA1}" type="presParOf" srcId="{CA19F826-53C8-4DEC-AB56-24C5F2986701}" destId="{BEABDD61-1BDC-4F4A-B601-F589A1207F3F}" srcOrd="2" destOrd="0" presId="urn:microsoft.com/office/officeart/2018/2/layout/IconVerticalSolidList"/>
    <dgm:cxn modelId="{565E9360-48FC-4406-969E-C6FB165B6FA9}" type="presParOf" srcId="{CA19F826-53C8-4DEC-AB56-24C5F2986701}" destId="{CD8EB480-D075-45D6-ADDA-038B3BDC9C14}" srcOrd="3" destOrd="0" presId="urn:microsoft.com/office/officeart/2018/2/layout/IconVerticalSolidList"/>
    <dgm:cxn modelId="{7C14F40E-6FC5-47D0-B6EF-EA12E9577ED4}" type="presParOf" srcId="{9382CEA7-DDBF-4F1C-AC58-E0C3E0D4C427}" destId="{B4B66314-2319-4A9B-AD10-58E47AF835F0}" srcOrd="7" destOrd="0" presId="urn:microsoft.com/office/officeart/2018/2/layout/IconVerticalSolidList"/>
    <dgm:cxn modelId="{9AFD1BDF-40EE-49C3-9C23-CA7E336E7ED9}" type="presParOf" srcId="{9382CEA7-DDBF-4F1C-AC58-E0C3E0D4C427}" destId="{78F618B2-AF30-4743-9F7C-5AF3EBEC6623}" srcOrd="8" destOrd="0" presId="urn:microsoft.com/office/officeart/2018/2/layout/IconVerticalSolidList"/>
    <dgm:cxn modelId="{23CFEC41-563C-4B23-B6C9-769421BCCACB}" type="presParOf" srcId="{78F618B2-AF30-4743-9F7C-5AF3EBEC6623}" destId="{07274E40-5CBF-4064-B560-0435A17BAA25}" srcOrd="0" destOrd="0" presId="urn:microsoft.com/office/officeart/2018/2/layout/IconVerticalSolidList"/>
    <dgm:cxn modelId="{DE8C4AF9-B8DB-44FF-A9B9-88B6A327EC15}" type="presParOf" srcId="{78F618B2-AF30-4743-9F7C-5AF3EBEC6623}" destId="{625E020D-3732-468C-AC99-1DF1398120DD}" srcOrd="1" destOrd="0" presId="urn:microsoft.com/office/officeart/2018/2/layout/IconVerticalSolidList"/>
    <dgm:cxn modelId="{C640449E-EA80-41F7-B040-CF7150AF4E6B}" type="presParOf" srcId="{78F618B2-AF30-4743-9F7C-5AF3EBEC6623}" destId="{B451E83D-4648-4BAF-9492-ED82FE8A5B76}" srcOrd="2" destOrd="0" presId="urn:microsoft.com/office/officeart/2018/2/layout/IconVerticalSolidList"/>
    <dgm:cxn modelId="{139FC4E6-341C-44EF-85A8-9C8ECCBAA465}" type="presParOf" srcId="{78F618B2-AF30-4743-9F7C-5AF3EBEC6623}" destId="{70ABC611-9511-4DF7-BBEF-C2484476277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AC1F398-CA75-49C8-9388-06BB1BE6995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0DE217B-136A-4305-A5A0-C93CD6B4802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Componentes principais do servidor:</a:t>
          </a:r>
        </a:p>
      </dgm:t>
    </dgm:pt>
    <dgm:pt modelId="{75F3CBF8-A0AD-4D7B-B75B-00F910414B7D}" type="parTrans" cxnId="{C0CADA61-8276-4293-936F-7682FCE22D0E}">
      <dgm:prSet/>
      <dgm:spPr/>
      <dgm:t>
        <a:bodyPr/>
        <a:lstStyle/>
        <a:p>
          <a:endParaRPr lang="en-US"/>
        </a:p>
      </dgm:t>
    </dgm:pt>
    <dgm:pt modelId="{658F74C8-F37B-439B-98F5-EE9F55B06AAB}" type="sibTrans" cxnId="{C0CADA61-8276-4293-936F-7682FCE22D0E}">
      <dgm:prSet/>
      <dgm:spPr/>
      <dgm:t>
        <a:bodyPr/>
        <a:lstStyle/>
        <a:p>
          <a:endParaRPr lang="en-US"/>
        </a:p>
      </dgm:t>
    </dgm:pt>
    <dgm:pt modelId="{4C6697AD-8B42-4146-BFB7-2C0D1861AA2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- DATA: </a:t>
          </a:r>
          <a:r>
            <a:rPr lang="en-US" dirty="0" err="1"/>
            <a:t>Declaração</a:t>
          </a:r>
          <a:r>
            <a:rPr lang="en-US" dirty="0"/>
            <a:t> de </a:t>
          </a:r>
          <a:r>
            <a:rPr lang="en-US" dirty="0" err="1"/>
            <a:t>modelos</a:t>
          </a:r>
          <a:r>
            <a:rPr lang="en-US" dirty="0"/>
            <a:t> de </a:t>
          </a:r>
          <a:r>
            <a:rPr lang="en-US" dirty="0" err="1"/>
            <a:t>informação</a:t>
          </a:r>
          <a:r>
            <a:rPr lang="en-US" dirty="0"/>
            <a:t> </a:t>
          </a:r>
          <a:r>
            <a:rPr lang="en-US" dirty="0" err="1"/>
            <a:t>como</a:t>
          </a:r>
          <a:r>
            <a:rPr lang="en-US" dirty="0"/>
            <a:t> </a:t>
          </a:r>
          <a:r>
            <a:rPr lang="en-US" dirty="0" err="1"/>
            <a:t>Utilizador</a:t>
          </a:r>
          <a:r>
            <a:rPr lang="en-US" dirty="0"/>
            <a:t>, Grupo, </a:t>
          </a:r>
          <a:r>
            <a:rPr lang="en-US" dirty="0" err="1"/>
            <a:t>Despesa</a:t>
          </a:r>
          <a:r>
            <a:rPr lang="en-US" dirty="0"/>
            <a:t>.</a:t>
          </a:r>
        </a:p>
      </dgm:t>
    </dgm:pt>
    <dgm:pt modelId="{F4CDCAD3-341A-40B5-BFF4-9841CCB921E9}" type="parTrans" cxnId="{A97F3225-D9CA-4D1D-9F16-A944E59775A0}">
      <dgm:prSet/>
      <dgm:spPr/>
      <dgm:t>
        <a:bodyPr/>
        <a:lstStyle/>
        <a:p>
          <a:endParaRPr lang="en-US"/>
        </a:p>
      </dgm:t>
    </dgm:pt>
    <dgm:pt modelId="{ADA9D65D-3E1D-4102-83FE-7447CAFB2706}" type="sibTrans" cxnId="{A97F3225-D9CA-4D1D-9F16-A944E59775A0}">
      <dgm:prSet/>
      <dgm:spPr/>
      <dgm:t>
        <a:bodyPr/>
        <a:lstStyle/>
        <a:p>
          <a:endParaRPr lang="en-US"/>
        </a:p>
      </dgm:t>
    </dgm:pt>
    <dgm:pt modelId="{02E313B0-A54A-4F9B-A407-E7A60B5C7C6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- DATABASE : Faz a </a:t>
          </a:r>
          <a:r>
            <a:rPr lang="en-US" dirty="0" err="1"/>
            <a:t>gestão</a:t>
          </a:r>
          <a:r>
            <a:rPr lang="en-US" dirty="0"/>
            <a:t> da </a:t>
          </a:r>
          <a:r>
            <a:rPr lang="en-US" dirty="0" err="1"/>
            <a:t>informação</a:t>
          </a:r>
          <a:r>
            <a:rPr lang="en-US" dirty="0"/>
            <a:t> com SQLite (</a:t>
          </a:r>
          <a:r>
            <a:rPr lang="en-US" dirty="0" err="1"/>
            <a:t>ManagerDB</a:t>
          </a:r>
          <a:r>
            <a:rPr lang="en-US" dirty="0"/>
            <a:t>).</a:t>
          </a:r>
        </a:p>
      </dgm:t>
    </dgm:pt>
    <dgm:pt modelId="{2E65DE66-B14B-4BBE-B130-F75433952843}" type="parTrans" cxnId="{88B95568-2312-465C-AEAB-A70B1C666880}">
      <dgm:prSet/>
      <dgm:spPr/>
      <dgm:t>
        <a:bodyPr/>
        <a:lstStyle/>
        <a:p>
          <a:endParaRPr lang="en-US"/>
        </a:p>
      </dgm:t>
    </dgm:pt>
    <dgm:pt modelId="{962413A1-B1C3-43EC-A17E-4C68FA659121}" type="sibTrans" cxnId="{88B95568-2312-465C-AEAB-A70B1C666880}">
      <dgm:prSet/>
      <dgm:spPr/>
      <dgm:t>
        <a:bodyPr/>
        <a:lstStyle/>
        <a:p>
          <a:endParaRPr lang="en-US"/>
        </a:p>
      </dgm:t>
    </dgm:pt>
    <dgm:pt modelId="{89D5C75D-6CF8-4C74-98E3-6A45FED9127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- REST-API: </a:t>
          </a:r>
          <a:r>
            <a:rPr lang="en-US" dirty="0" err="1"/>
            <a:t>Controladores</a:t>
          </a:r>
          <a:r>
            <a:rPr lang="en-US" dirty="0"/>
            <a:t> para endpoints REST e </a:t>
          </a:r>
          <a:r>
            <a:rPr lang="en-US" dirty="0" err="1"/>
            <a:t>autenticação</a:t>
          </a:r>
          <a:r>
            <a:rPr lang="en-US" dirty="0"/>
            <a:t>.</a:t>
          </a:r>
        </a:p>
      </dgm:t>
    </dgm:pt>
    <dgm:pt modelId="{FC3469CC-38E7-49DE-92B9-69CE116EF4C9}" type="parTrans" cxnId="{A3A7B5BA-886F-4760-8AC1-1BB3A131F166}">
      <dgm:prSet/>
      <dgm:spPr/>
      <dgm:t>
        <a:bodyPr/>
        <a:lstStyle/>
        <a:p>
          <a:endParaRPr lang="en-US"/>
        </a:p>
      </dgm:t>
    </dgm:pt>
    <dgm:pt modelId="{32B80F52-64D7-49DF-AB3E-04B84DEA39EB}" type="sibTrans" cxnId="{A3A7B5BA-886F-4760-8AC1-1BB3A131F166}">
      <dgm:prSet/>
      <dgm:spPr/>
      <dgm:t>
        <a:bodyPr/>
        <a:lstStyle/>
        <a:p>
          <a:endParaRPr lang="en-US"/>
        </a:p>
      </dgm:t>
    </dgm:pt>
    <dgm:pt modelId="{ADC01783-41DB-402A-8AB7-800376FA823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- RMI: Interfaces e </a:t>
          </a:r>
          <a:r>
            <a:rPr lang="en-US" dirty="0" err="1"/>
            <a:t>implementação</a:t>
          </a:r>
          <a:r>
            <a:rPr lang="en-US" dirty="0"/>
            <a:t> para </a:t>
          </a:r>
          <a:r>
            <a:rPr lang="en-US" dirty="0" err="1"/>
            <a:t>serviços</a:t>
          </a:r>
          <a:r>
            <a:rPr lang="en-US" dirty="0"/>
            <a:t> </a:t>
          </a:r>
          <a:r>
            <a:rPr lang="en-US" dirty="0" err="1"/>
            <a:t>remotos</a:t>
          </a:r>
          <a:r>
            <a:rPr lang="en-US" dirty="0"/>
            <a:t> (</a:t>
          </a:r>
          <a:r>
            <a:rPr lang="en-US" dirty="0" err="1"/>
            <a:t>RMIServer</a:t>
          </a:r>
          <a:r>
            <a:rPr lang="en-US" dirty="0"/>
            <a:t>).</a:t>
          </a:r>
        </a:p>
      </dgm:t>
    </dgm:pt>
    <dgm:pt modelId="{24B7506E-BDE5-434E-85F9-4AA5D1E5834A}" type="parTrans" cxnId="{19D4CEA1-5B72-4507-8396-9ABCBC1F0928}">
      <dgm:prSet/>
      <dgm:spPr/>
      <dgm:t>
        <a:bodyPr/>
        <a:lstStyle/>
        <a:p>
          <a:endParaRPr lang="en-US"/>
        </a:p>
      </dgm:t>
    </dgm:pt>
    <dgm:pt modelId="{40171DC0-D441-4214-9CC0-FC61D79BEDE7}" type="sibTrans" cxnId="{19D4CEA1-5B72-4507-8396-9ABCBC1F0928}">
      <dgm:prSet/>
      <dgm:spPr/>
      <dgm:t>
        <a:bodyPr/>
        <a:lstStyle/>
        <a:p>
          <a:endParaRPr lang="en-US"/>
        </a:p>
      </dgm:t>
    </dgm:pt>
    <dgm:pt modelId="{725BAE6F-4063-42E2-B155-81AA66612B06}" type="pres">
      <dgm:prSet presAssocID="{9AC1F398-CA75-49C8-9388-06BB1BE6995B}" presName="root" presStyleCnt="0">
        <dgm:presLayoutVars>
          <dgm:dir/>
          <dgm:resizeHandles val="exact"/>
        </dgm:presLayoutVars>
      </dgm:prSet>
      <dgm:spPr/>
    </dgm:pt>
    <dgm:pt modelId="{E7727129-ECBF-405E-B542-31EC5E1564AF}" type="pres">
      <dgm:prSet presAssocID="{B0DE217B-136A-4305-A5A0-C93CD6B4802B}" presName="compNode" presStyleCnt="0"/>
      <dgm:spPr/>
    </dgm:pt>
    <dgm:pt modelId="{D9DFBAFD-DE9F-484B-94E6-57C8F935B0B1}" type="pres">
      <dgm:prSet presAssocID="{B0DE217B-136A-4305-A5A0-C93CD6B4802B}" presName="bgRect" presStyleLbl="bgShp" presStyleIdx="0" presStyleCnt="5"/>
      <dgm:spPr/>
    </dgm:pt>
    <dgm:pt modelId="{8C265A71-C5EB-4A3B-BEFF-DAC85055D873}" type="pres">
      <dgm:prSet presAssocID="{B0DE217B-136A-4305-A5A0-C93CD6B4802B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ador"/>
        </a:ext>
      </dgm:extLst>
    </dgm:pt>
    <dgm:pt modelId="{566A5E16-FD3A-4106-B8DB-CA769B8652B9}" type="pres">
      <dgm:prSet presAssocID="{B0DE217B-136A-4305-A5A0-C93CD6B4802B}" presName="spaceRect" presStyleCnt="0"/>
      <dgm:spPr/>
    </dgm:pt>
    <dgm:pt modelId="{477FC328-CABF-4CB3-9858-AA9E2AC2B99E}" type="pres">
      <dgm:prSet presAssocID="{B0DE217B-136A-4305-A5A0-C93CD6B4802B}" presName="parTx" presStyleLbl="revTx" presStyleIdx="0" presStyleCnt="5">
        <dgm:presLayoutVars>
          <dgm:chMax val="0"/>
          <dgm:chPref val="0"/>
        </dgm:presLayoutVars>
      </dgm:prSet>
      <dgm:spPr/>
    </dgm:pt>
    <dgm:pt modelId="{1415CF89-686D-4AE8-9E1A-FF3C71647FA2}" type="pres">
      <dgm:prSet presAssocID="{658F74C8-F37B-439B-98F5-EE9F55B06AAB}" presName="sibTrans" presStyleCnt="0"/>
      <dgm:spPr/>
    </dgm:pt>
    <dgm:pt modelId="{0D52847E-94ED-4D34-8C84-3E15313619AB}" type="pres">
      <dgm:prSet presAssocID="{4C6697AD-8B42-4146-BFB7-2C0D1861AA2C}" presName="compNode" presStyleCnt="0"/>
      <dgm:spPr/>
    </dgm:pt>
    <dgm:pt modelId="{825A44F4-6D7F-48DB-9FCC-8CBC4B2DC664}" type="pres">
      <dgm:prSet presAssocID="{4C6697AD-8B42-4146-BFB7-2C0D1861AA2C}" presName="bgRect" presStyleLbl="bgShp" presStyleIdx="1" presStyleCnt="5"/>
      <dgm:spPr/>
    </dgm:pt>
    <dgm:pt modelId="{B4F658FF-4F2E-496B-AF94-1EDEC7944E05}" type="pres">
      <dgm:prSet presAssocID="{4C6697AD-8B42-4146-BFB7-2C0D1861AA2C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 Envelope"/>
        </a:ext>
      </dgm:extLst>
    </dgm:pt>
    <dgm:pt modelId="{665AA178-3F73-4EE9-BEB3-243AD9A07174}" type="pres">
      <dgm:prSet presAssocID="{4C6697AD-8B42-4146-BFB7-2C0D1861AA2C}" presName="spaceRect" presStyleCnt="0"/>
      <dgm:spPr/>
    </dgm:pt>
    <dgm:pt modelId="{5BF4E49C-8CD0-4686-9744-274EFC560692}" type="pres">
      <dgm:prSet presAssocID="{4C6697AD-8B42-4146-BFB7-2C0D1861AA2C}" presName="parTx" presStyleLbl="revTx" presStyleIdx="1" presStyleCnt="5">
        <dgm:presLayoutVars>
          <dgm:chMax val="0"/>
          <dgm:chPref val="0"/>
        </dgm:presLayoutVars>
      </dgm:prSet>
      <dgm:spPr/>
    </dgm:pt>
    <dgm:pt modelId="{A6754CBE-3ADC-450A-92C9-595EAD0D5193}" type="pres">
      <dgm:prSet presAssocID="{ADA9D65D-3E1D-4102-83FE-7447CAFB2706}" presName="sibTrans" presStyleCnt="0"/>
      <dgm:spPr/>
    </dgm:pt>
    <dgm:pt modelId="{DD4E3B33-0850-40C0-ADCF-34A2D7F16DDD}" type="pres">
      <dgm:prSet presAssocID="{02E313B0-A54A-4F9B-A407-E7A60B5C7C6E}" presName="compNode" presStyleCnt="0"/>
      <dgm:spPr/>
    </dgm:pt>
    <dgm:pt modelId="{DACB643A-EA87-40A6-A53D-A1F9294D331C}" type="pres">
      <dgm:prSet presAssocID="{02E313B0-A54A-4F9B-A407-E7A60B5C7C6E}" presName="bgRect" presStyleLbl="bgShp" presStyleIdx="2" presStyleCnt="5"/>
      <dgm:spPr/>
    </dgm:pt>
    <dgm:pt modelId="{60AC5B35-BE5E-4199-8861-D7ED9847E3AC}" type="pres">
      <dgm:prSet presAssocID="{02E313B0-A54A-4F9B-A407-E7A60B5C7C6E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e de Dados"/>
        </a:ext>
      </dgm:extLst>
    </dgm:pt>
    <dgm:pt modelId="{4D06054F-3C42-4F7C-B053-0A1ECE65377D}" type="pres">
      <dgm:prSet presAssocID="{02E313B0-A54A-4F9B-A407-E7A60B5C7C6E}" presName="spaceRect" presStyleCnt="0"/>
      <dgm:spPr/>
    </dgm:pt>
    <dgm:pt modelId="{567C1FE0-7C5E-4D0E-8246-EB3F1E8B607B}" type="pres">
      <dgm:prSet presAssocID="{02E313B0-A54A-4F9B-A407-E7A60B5C7C6E}" presName="parTx" presStyleLbl="revTx" presStyleIdx="2" presStyleCnt="5">
        <dgm:presLayoutVars>
          <dgm:chMax val="0"/>
          <dgm:chPref val="0"/>
        </dgm:presLayoutVars>
      </dgm:prSet>
      <dgm:spPr/>
    </dgm:pt>
    <dgm:pt modelId="{E0143236-9264-48E6-9038-5377EA428BF0}" type="pres">
      <dgm:prSet presAssocID="{962413A1-B1C3-43EC-A17E-4C68FA659121}" presName="sibTrans" presStyleCnt="0"/>
      <dgm:spPr/>
    </dgm:pt>
    <dgm:pt modelId="{094B5B16-9A0A-46F1-92A6-D6166882F18A}" type="pres">
      <dgm:prSet presAssocID="{89D5C75D-6CF8-4C74-98E3-6A45FED9127E}" presName="compNode" presStyleCnt="0"/>
      <dgm:spPr/>
    </dgm:pt>
    <dgm:pt modelId="{25EBEE32-C61D-4E76-96DA-6417F8202538}" type="pres">
      <dgm:prSet presAssocID="{89D5C75D-6CF8-4C74-98E3-6A45FED9127E}" presName="bgRect" presStyleLbl="bgShp" presStyleIdx="3" presStyleCnt="5"/>
      <dgm:spPr/>
    </dgm:pt>
    <dgm:pt modelId="{C0D98961-F656-443F-8F6B-439B9B6C5C07}" type="pres">
      <dgm:prSet presAssocID="{89D5C75D-6CF8-4C74-98E3-6A45FED9127E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ador"/>
        </a:ext>
      </dgm:extLst>
    </dgm:pt>
    <dgm:pt modelId="{B55E3EF9-60A0-4A51-97D4-B4ABC7F1D321}" type="pres">
      <dgm:prSet presAssocID="{89D5C75D-6CF8-4C74-98E3-6A45FED9127E}" presName="spaceRect" presStyleCnt="0"/>
      <dgm:spPr/>
    </dgm:pt>
    <dgm:pt modelId="{2EC40B37-835C-44A6-9242-17FA9400E663}" type="pres">
      <dgm:prSet presAssocID="{89D5C75D-6CF8-4C74-98E3-6A45FED9127E}" presName="parTx" presStyleLbl="revTx" presStyleIdx="3" presStyleCnt="5">
        <dgm:presLayoutVars>
          <dgm:chMax val="0"/>
          <dgm:chPref val="0"/>
        </dgm:presLayoutVars>
      </dgm:prSet>
      <dgm:spPr/>
    </dgm:pt>
    <dgm:pt modelId="{009F845E-BB92-4B86-BD57-A47AD7017CB0}" type="pres">
      <dgm:prSet presAssocID="{32B80F52-64D7-49DF-AB3E-04B84DEA39EB}" presName="sibTrans" presStyleCnt="0"/>
      <dgm:spPr/>
    </dgm:pt>
    <dgm:pt modelId="{BF7F028E-898B-49AD-9D14-37F7DAA13761}" type="pres">
      <dgm:prSet presAssocID="{ADC01783-41DB-402A-8AB7-800376FA8234}" presName="compNode" presStyleCnt="0"/>
      <dgm:spPr/>
    </dgm:pt>
    <dgm:pt modelId="{CF11947B-0A93-40FC-B2F4-F3535DCDD160}" type="pres">
      <dgm:prSet presAssocID="{ADC01783-41DB-402A-8AB7-800376FA8234}" presName="bgRect" presStyleLbl="bgShp" presStyleIdx="4" presStyleCnt="5"/>
      <dgm:spPr/>
    </dgm:pt>
    <dgm:pt modelId="{52ADAEC4-1217-47C1-8C1D-2B57BEA5DDC5}" type="pres">
      <dgm:prSet presAssocID="{ADC01783-41DB-402A-8AB7-800376FA8234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uxograma"/>
        </a:ext>
      </dgm:extLst>
    </dgm:pt>
    <dgm:pt modelId="{B16AC904-1387-48B5-9015-209A730677E5}" type="pres">
      <dgm:prSet presAssocID="{ADC01783-41DB-402A-8AB7-800376FA8234}" presName="spaceRect" presStyleCnt="0"/>
      <dgm:spPr/>
    </dgm:pt>
    <dgm:pt modelId="{D2299612-D118-43AB-8A2E-2C07BE87E195}" type="pres">
      <dgm:prSet presAssocID="{ADC01783-41DB-402A-8AB7-800376FA8234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A97F3225-D9CA-4D1D-9F16-A944E59775A0}" srcId="{9AC1F398-CA75-49C8-9388-06BB1BE6995B}" destId="{4C6697AD-8B42-4146-BFB7-2C0D1861AA2C}" srcOrd="1" destOrd="0" parTransId="{F4CDCAD3-341A-40B5-BFF4-9841CCB921E9}" sibTransId="{ADA9D65D-3E1D-4102-83FE-7447CAFB2706}"/>
    <dgm:cxn modelId="{C0CADA61-8276-4293-936F-7682FCE22D0E}" srcId="{9AC1F398-CA75-49C8-9388-06BB1BE6995B}" destId="{B0DE217B-136A-4305-A5A0-C93CD6B4802B}" srcOrd="0" destOrd="0" parTransId="{75F3CBF8-A0AD-4D7B-B75B-00F910414B7D}" sibTransId="{658F74C8-F37B-439B-98F5-EE9F55B06AAB}"/>
    <dgm:cxn modelId="{7791FB67-71D5-464F-A5F6-F71BBCB7DEFB}" type="presOf" srcId="{02E313B0-A54A-4F9B-A407-E7A60B5C7C6E}" destId="{567C1FE0-7C5E-4D0E-8246-EB3F1E8B607B}" srcOrd="0" destOrd="0" presId="urn:microsoft.com/office/officeart/2018/2/layout/IconVerticalSolidList"/>
    <dgm:cxn modelId="{88B95568-2312-465C-AEAB-A70B1C666880}" srcId="{9AC1F398-CA75-49C8-9388-06BB1BE6995B}" destId="{02E313B0-A54A-4F9B-A407-E7A60B5C7C6E}" srcOrd="2" destOrd="0" parTransId="{2E65DE66-B14B-4BBE-B130-F75433952843}" sibTransId="{962413A1-B1C3-43EC-A17E-4C68FA659121}"/>
    <dgm:cxn modelId="{B064336B-CDDA-48FF-B595-48914A818157}" type="presOf" srcId="{B0DE217B-136A-4305-A5A0-C93CD6B4802B}" destId="{477FC328-CABF-4CB3-9858-AA9E2AC2B99E}" srcOrd="0" destOrd="0" presId="urn:microsoft.com/office/officeart/2018/2/layout/IconVerticalSolidList"/>
    <dgm:cxn modelId="{A158B750-9F89-4F1E-B0B5-7FACAADE54F3}" type="presOf" srcId="{89D5C75D-6CF8-4C74-98E3-6A45FED9127E}" destId="{2EC40B37-835C-44A6-9242-17FA9400E663}" srcOrd="0" destOrd="0" presId="urn:microsoft.com/office/officeart/2018/2/layout/IconVerticalSolidList"/>
    <dgm:cxn modelId="{19D4CEA1-5B72-4507-8396-9ABCBC1F0928}" srcId="{9AC1F398-CA75-49C8-9388-06BB1BE6995B}" destId="{ADC01783-41DB-402A-8AB7-800376FA8234}" srcOrd="4" destOrd="0" parTransId="{24B7506E-BDE5-434E-85F9-4AA5D1E5834A}" sibTransId="{40171DC0-D441-4214-9CC0-FC61D79BEDE7}"/>
    <dgm:cxn modelId="{FCE34CA3-542F-436C-B5F8-F20326C19690}" type="presOf" srcId="{4C6697AD-8B42-4146-BFB7-2C0D1861AA2C}" destId="{5BF4E49C-8CD0-4686-9744-274EFC560692}" srcOrd="0" destOrd="0" presId="urn:microsoft.com/office/officeart/2018/2/layout/IconVerticalSolidList"/>
    <dgm:cxn modelId="{A3A7B5BA-886F-4760-8AC1-1BB3A131F166}" srcId="{9AC1F398-CA75-49C8-9388-06BB1BE6995B}" destId="{89D5C75D-6CF8-4C74-98E3-6A45FED9127E}" srcOrd="3" destOrd="0" parTransId="{FC3469CC-38E7-49DE-92B9-69CE116EF4C9}" sibTransId="{32B80F52-64D7-49DF-AB3E-04B84DEA39EB}"/>
    <dgm:cxn modelId="{83AF53CA-5199-485A-8F36-43A3156C6B68}" type="presOf" srcId="{9AC1F398-CA75-49C8-9388-06BB1BE6995B}" destId="{725BAE6F-4063-42E2-B155-81AA66612B06}" srcOrd="0" destOrd="0" presId="urn:microsoft.com/office/officeart/2018/2/layout/IconVerticalSolidList"/>
    <dgm:cxn modelId="{D297A4DB-BC8B-4C78-96B3-984BD832F493}" type="presOf" srcId="{ADC01783-41DB-402A-8AB7-800376FA8234}" destId="{D2299612-D118-43AB-8A2E-2C07BE87E195}" srcOrd="0" destOrd="0" presId="urn:microsoft.com/office/officeart/2018/2/layout/IconVerticalSolidList"/>
    <dgm:cxn modelId="{88FB327B-6CA0-48C4-83E8-9639BDE2FA2A}" type="presParOf" srcId="{725BAE6F-4063-42E2-B155-81AA66612B06}" destId="{E7727129-ECBF-405E-B542-31EC5E1564AF}" srcOrd="0" destOrd="0" presId="urn:microsoft.com/office/officeart/2018/2/layout/IconVerticalSolidList"/>
    <dgm:cxn modelId="{1B1F94F0-58DF-4C55-B72D-A68747AB2133}" type="presParOf" srcId="{E7727129-ECBF-405E-B542-31EC5E1564AF}" destId="{D9DFBAFD-DE9F-484B-94E6-57C8F935B0B1}" srcOrd="0" destOrd="0" presId="urn:microsoft.com/office/officeart/2018/2/layout/IconVerticalSolidList"/>
    <dgm:cxn modelId="{98BEDD8F-48AD-435A-B3A2-3DEA36125185}" type="presParOf" srcId="{E7727129-ECBF-405E-B542-31EC5E1564AF}" destId="{8C265A71-C5EB-4A3B-BEFF-DAC85055D873}" srcOrd="1" destOrd="0" presId="urn:microsoft.com/office/officeart/2018/2/layout/IconVerticalSolidList"/>
    <dgm:cxn modelId="{A8684F2D-288E-47A5-8E9C-D2AF3EECFD8D}" type="presParOf" srcId="{E7727129-ECBF-405E-B542-31EC5E1564AF}" destId="{566A5E16-FD3A-4106-B8DB-CA769B8652B9}" srcOrd="2" destOrd="0" presId="urn:microsoft.com/office/officeart/2018/2/layout/IconVerticalSolidList"/>
    <dgm:cxn modelId="{A3AA7C1C-C390-468F-98CB-DE96C37A65D6}" type="presParOf" srcId="{E7727129-ECBF-405E-B542-31EC5E1564AF}" destId="{477FC328-CABF-4CB3-9858-AA9E2AC2B99E}" srcOrd="3" destOrd="0" presId="urn:microsoft.com/office/officeart/2018/2/layout/IconVerticalSolidList"/>
    <dgm:cxn modelId="{E233C696-EADE-4F92-8F0E-4BB870F6EFDC}" type="presParOf" srcId="{725BAE6F-4063-42E2-B155-81AA66612B06}" destId="{1415CF89-686D-4AE8-9E1A-FF3C71647FA2}" srcOrd="1" destOrd="0" presId="urn:microsoft.com/office/officeart/2018/2/layout/IconVerticalSolidList"/>
    <dgm:cxn modelId="{A0F2B5FA-E64D-4218-B6A0-A3AEF705A3C3}" type="presParOf" srcId="{725BAE6F-4063-42E2-B155-81AA66612B06}" destId="{0D52847E-94ED-4D34-8C84-3E15313619AB}" srcOrd="2" destOrd="0" presId="urn:microsoft.com/office/officeart/2018/2/layout/IconVerticalSolidList"/>
    <dgm:cxn modelId="{9C16CDC9-DB4D-48AC-983E-C8CFE29ADC64}" type="presParOf" srcId="{0D52847E-94ED-4D34-8C84-3E15313619AB}" destId="{825A44F4-6D7F-48DB-9FCC-8CBC4B2DC664}" srcOrd="0" destOrd="0" presId="urn:microsoft.com/office/officeart/2018/2/layout/IconVerticalSolidList"/>
    <dgm:cxn modelId="{1B06405D-97EF-4A66-A85C-A9EC1E412F7C}" type="presParOf" srcId="{0D52847E-94ED-4D34-8C84-3E15313619AB}" destId="{B4F658FF-4F2E-496B-AF94-1EDEC7944E05}" srcOrd="1" destOrd="0" presId="urn:microsoft.com/office/officeart/2018/2/layout/IconVerticalSolidList"/>
    <dgm:cxn modelId="{6139B0FA-54AC-4B57-9756-AC9442B0742F}" type="presParOf" srcId="{0D52847E-94ED-4D34-8C84-3E15313619AB}" destId="{665AA178-3F73-4EE9-BEB3-243AD9A07174}" srcOrd="2" destOrd="0" presId="urn:microsoft.com/office/officeart/2018/2/layout/IconVerticalSolidList"/>
    <dgm:cxn modelId="{BB3E87D5-E8AF-4C71-A6B6-198BD09F9AA6}" type="presParOf" srcId="{0D52847E-94ED-4D34-8C84-3E15313619AB}" destId="{5BF4E49C-8CD0-4686-9744-274EFC560692}" srcOrd="3" destOrd="0" presId="urn:microsoft.com/office/officeart/2018/2/layout/IconVerticalSolidList"/>
    <dgm:cxn modelId="{4AB6E475-E219-4C4D-BA71-C3284ED46031}" type="presParOf" srcId="{725BAE6F-4063-42E2-B155-81AA66612B06}" destId="{A6754CBE-3ADC-450A-92C9-595EAD0D5193}" srcOrd="3" destOrd="0" presId="urn:microsoft.com/office/officeart/2018/2/layout/IconVerticalSolidList"/>
    <dgm:cxn modelId="{CEAC4798-80C2-44AA-B582-C92E6031D667}" type="presParOf" srcId="{725BAE6F-4063-42E2-B155-81AA66612B06}" destId="{DD4E3B33-0850-40C0-ADCF-34A2D7F16DDD}" srcOrd="4" destOrd="0" presId="urn:microsoft.com/office/officeart/2018/2/layout/IconVerticalSolidList"/>
    <dgm:cxn modelId="{CD22944C-38D2-4833-A024-8D2A9FAC4EE3}" type="presParOf" srcId="{DD4E3B33-0850-40C0-ADCF-34A2D7F16DDD}" destId="{DACB643A-EA87-40A6-A53D-A1F9294D331C}" srcOrd="0" destOrd="0" presId="urn:microsoft.com/office/officeart/2018/2/layout/IconVerticalSolidList"/>
    <dgm:cxn modelId="{D99C836B-CD35-4D0D-9199-042E5C06CEBC}" type="presParOf" srcId="{DD4E3B33-0850-40C0-ADCF-34A2D7F16DDD}" destId="{60AC5B35-BE5E-4199-8861-D7ED9847E3AC}" srcOrd="1" destOrd="0" presId="urn:microsoft.com/office/officeart/2018/2/layout/IconVerticalSolidList"/>
    <dgm:cxn modelId="{89B7982F-0EC4-406A-8784-BCB697140625}" type="presParOf" srcId="{DD4E3B33-0850-40C0-ADCF-34A2D7F16DDD}" destId="{4D06054F-3C42-4F7C-B053-0A1ECE65377D}" srcOrd="2" destOrd="0" presId="urn:microsoft.com/office/officeart/2018/2/layout/IconVerticalSolidList"/>
    <dgm:cxn modelId="{93732644-FD8F-4B57-8978-E618C4EDD4B2}" type="presParOf" srcId="{DD4E3B33-0850-40C0-ADCF-34A2D7F16DDD}" destId="{567C1FE0-7C5E-4D0E-8246-EB3F1E8B607B}" srcOrd="3" destOrd="0" presId="urn:microsoft.com/office/officeart/2018/2/layout/IconVerticalSolidList"/>
    <dgm:cxn modelId="{7DBA36B0-5091-4F25-8706-A2218B0B3F3E}" type="presParOf" srcId="{725BAE6F-4063-42E2-B155-81AA66612B06}" destId="{E0143236-9264-48E6-9038-5377EA428BF0}" srcOrd="5" destOrd="0" presId="urn:microsoft.com/office/officeart/2018/2/layout/IconVerticalSolidList"/>
    <dgm:cxn modelId="{0B6563A3-19B5-4412-B8FF-32634A3A377A}" type="presParOf" srcId="{725BAE6F-4063-42E2-B155-81AA66612B06}" destId="{094B5B16-9A0A-46F1-92A6-D6166882F18A}" srcOrd="6" destOrd="0" presId="urn:microsoft.com/office/officeart/2018/2/layout/IconVerticalSolidList"/>
    <dgm:cxn modelId="{2CEEFB7B-47C7-4085-8CA6-7F266E68E9BD}" type="presParOf" srcId="{094B5B16-9A0A-46F1-92A6-D6166882F18A}" destId="{25EBEE32-C61D-4E76-96DA-6417F8202538}" srcOrd="0" destOrd="0" presId="urn:microsoft.com/office/officeart/2018/2/layout/IconVerticalSolidList"/>
    <dgm:cxn modelId="{66A79733-A6F3-4747-883D-BC8DF44B8B6F}" type="presParOf" srcId="{094B5B16-9A0A-46F1-92A6-D6166882F18A}" destId="{C0D98961-F656-443F-8F6B-439B9B6C5C07}" srcOrd="1" destOrd="0" presId="urn:microsoft.com/office/officeart/2018/2/layout/IconVerticalSolidList"/>
    <dgm:cxn modelId="{165C5B23-C75E-4341-B646-CEFD8A8F132C}" type="presParOf" srcId="{094B5B16-9A0A-46F1-92A6-D6166882F18A}" destId="{B55E3EF9-60A0-4A51-97D4-B4ABC7F1D321}" srcOrd="2" destOrd="0" presId="urn:microsoft.com/office/officeart/2018/2/layout/IconVerticalSolidList"/>
    <dgm:cxn modelId="{3FCFFD0C-7E86-4A6A-BBFB-0D3F96BFF8A5}" type="presParOf" srcId="{094B5B16-9A0A-46F1-92A6-D6166882F18A}" destId="{2EC40B37-835C-44A6-9242-17FA9400E663}" srcOrd="3" destOrd="0" presId="urn:microsoft.com/office/officeart/2018/2/layout/IconVerticalSolidList"/>
    <dgm:cxn modelId="{ACA10CFF-DF86-4E0C-A9D4-0C09A7B7C27D}" type="presParOf" srcId="{725BAE6F-4063-42E2-B155-81AA66612B06}" destId="{009F845E-BB92-4B86-BD57-A47AD7017CB0}" srcOrd="7" destOrd="0" presId="urn:microsoft.com/office/officeart/2018/2/layout/IconVerticalSolidList"/>
    <dgm:cxn modelId="{5623BDD0-F43B-41E9-B137-2B33FF8ACD95}" type="presParOf" srcId="{725BAE6F-4063-42E2-B155-81AA66612B06}" destId="{BF7F028E-898B-49AD-9D14-37F7DAA13761}" srcOrd="8" destOrd="0" presId="urn:microsoft.com/office/officeart/2018/2/layout/IconVerticalSolidList"/>
    <dgm:cxn modelId="{847DB0DC-63AC-491C-B0BC-819BB6B0D5C1}" type="presParOf" srcId="{BF7F028E-898B-49AD-9D14-37F7DAA13761}" destId="{CF11947B-0A93-40FC-B2F4-F3535DCDD160}" srcOrd="0" destOrd="0" presId="urn:microsoft.com/office/officeart/2018/2/layout/IconVerticalSolidList"/>
    <dgm:cxn modelId="{1A8B15EF-9DFE-4367-B98A-502DA6176EE1}" type="presParOf" srcId="{BF7F028E-898B-49AD-9D14-37F7DAA13761}" destId="{52ADAEC4-1217-47C1-8C1D-2B57BEA5DDC5}" srcOrd="1" destOrd="0" presId="urn:microsoft.com/office/officeart/2018/2/layout/IconVerticalSolidList"/>
    <dgm:cxn modelId="{29593EE3-4CE8-45B1-B9D9-13676D5E7561}" type="presParOf" srcId="{BF7F028E-898B-49AD-9D14-37F7DAA13761}" destId="{B16AC904-1387-48B5-9015-209A730677E5}" srcOrd="2" destOrd="0" presId="urn:microsoft.com/office/officeart/2018/2/layout/IconVerticalSolidList"/>
    <dgm:cxn modelId="{5AD55952-AF11-4466-8466-2D590E683D10}" type="presParOf" srcId="{BF7F028E-898B-49AD-9D14-37F7DAA13761}" destId="{D2299612-D118-43AB-8A2E-2C07BE87E19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78D344C-7CF3-432F-B82C-B5D50530B9D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AC4A6C1-BC65-495B-A2F9-EEC5900B601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1. </a:t>
          </a:r>
          <a:r>
            <a:rPr lang="en-US" dirty="0" err="1"/>
            <a:t>HTTPClient</a:t>
          </a:r>
          <a:r>
            <a:rPr lang="en-US" dirty="0"/>
            <a:t> </a:t>
          </a:r>
          <a:r>
            <a:rPr lang="en-US" dirty="0" err="1"/>
            <a:t>utiliza</a:t>
          </a:r>
          <a:r>
            <a:rPr lang="en-US" dirty="0"/>
            <a:t> a </a:t>
          </a:r>
          <a:r>
            <a:rPr lang="en-US" dirty="0" err="1"/>
            <a:t>classe</a:t>
          </a:r>
          <a:r>
            <a:rPr lang="en-US" dirty="0"/>
            <a:t> ‘</a:t>
          </a:r>
          <a:r>
            <a:rPr lang="en-US" dirty="0" err="1"/>
            <a:t>HttpClient</a:t>
          </a:r>
          <a:r>
            <a:rPr lang="en-US" dirty="0"/>
            <a:t>’ para </a:t>
          </a:r>
          <a:r>
            <a:rPr lang="en-US" dirty="0" err="1"/>
            <a:t>enviar</a:t>
          </a:r>
          <a:r>
            <a:rPr lang="en-US" dirty="0"/>
            <a:t> </a:t>
          </a:r>
          <a:r>
            <a:rPr lang="en-US" dirty="0" err="1"/>
            <a:t>pedidos</a:t>
          </a:r>
          <a:r>
            <a:rPr lang="en-US" dirty="0"/>
            <a:t> </a:t>
          </a:r>
          <a:r>
            <a:rPr lang="en-US" dirty="0" err="1"/>
            <a:t>ao</a:t>
          </a:r>
          <a:r>
            <a:rPr lang="en-US" dirty="0"/>
            <a:t> </a:t>
          </a:r>
          <a:r>
            <a:rPr lang="en-US" dirty="0" err="1"/>
            <a:t>servidor</a:t>
          </a:r>
          <a:r>
            <a:rPr lang="en-US" dirty="0"/>
            <a:t>.</a:t>
          </a:r>
        </a:p>
      </dgm:t>
    </dgm:pt>
    <dgm:pt modelId="{09BCAFA8-BDB4-4F93-BE43-0B4466303DC1}" type="parTrans" cxnId="{732028A9-7B19-4F0B-9B65-5005F4570C16}">
      <dgm:prSet/>
      <dgm:spPr/>
      <dgm:t>
        <a:bodyPr/>
        <a:lstStyle/>
        <a:p>
          <a:endParaRPr lang="en-US"/>
        </a:p>
      </dgm:t>
    </dgm:pt>
    <dgm:pt modelId="{1BC1CBFF-FB49-4CCE-B2E7-9B903312459F}" type="sibTrans" cxnId="{732028A9-7B19-4F0B-9B65-5005F4570C16}">
      <dgm:prSet/>
      <dgm:spPr/>
      <dgm:t>
        <a:bodyPr/>
        <a:lstStyle/>
        <a:p>
          <a:endParaRPr lang="en-US"/>
        </a:p>
      </dgm:t>
    </dgm:pt>
    <dgm:pt modelId="{65962910-8BB6-4D8A-8992-000FC4C3D85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2. O </a:t>
          </a:r>
          <a:r>
            <a:rPr lang="en-US" dirty="0" err="1"/>
            <a:t>servidor</a:t>
          </a:r>
          <a:r>
            <a:rPr lang="en-US" dirty="0"/>
            <a:t> </a:t>
          </a:r>
          <a:r>
            <a:rPr lang="en-US" dirty="0" err="1"/>
            <a:t>processa</a:t>
          </a:r>
          <a:r>
            <a:rPr lang="en-US" dirty="0"/>
            <a:t> </a:t>
          </a:r>
          <a:r>
            <a:rPr lang="en-US" dirty="0" err="1"/>
            <a:t>os</a:t>
          </a:r>
          <a:r>
            <a:rPr lang="en-US" dirty="0"/>
            <a:t> </a:t>
          </a:r>
          <a:r>
            <a:rPr lang="en-US" dirty="0" err="1"/>
            <a:t>pedidos</a:t>
          </a:r>
          <a:r>
            <a:rPr lang="en-US" dirty="0"/>
            <a:t> </a:t>
          </a:r>
          <a:r>
            <a:rPr lang="en-US" dirty="0" err="1"/>
            <a:t>por</a:t>
          </a:r>
          <a:r>
            <a:rPr lang="en-US" dirty="0"/>
            <a:t> </a:t>
          </a:r>
          <a:r>
            <a:rPr lang="en-US" dirty="0" err="1"/>
            <a:t>meio</a:t>
          </a:r>
          <a:r>
            <a:rPr lang="en-US" dirty="0"/>
            <a:t> dos </a:t>
          </a:r>
          <a:r>
            <a:rPr lang="en-US" dirty="0" err="1"/>
            <a:t>controladores</a:t>
          </a:r>
          <a:r>
            <a:rPr lang="en-US" dirty="0"/>
            <a:t> REST.</a:t>
          </a:r>
        </a:p>
      </dgm:t>
    </dgm:pt>
    <dgm:pt modelId="{079BB5BD-E698-49CB-B63B-2CE7606F0F3C}" type="parTrans" cxnId="{E1EDC178-656F-4A0E-A196-F37200FD90B9}">
      <dgm:prSet/>
      <dgm:spPr/>
      <dgm:t>
        <a:bodyPr/>
        <a:lstStyle/>
        <a:p>
          <a:endParaRPr lang="en-US"/>
        </a:p>
      </dgm:t>
    </dgm:pt>
    <dgm:pt modelId="{7CAC731D-656D-4FD7-B60C-C535B448F53C}" type="sibTrans" cxnId="{E1EDC178-656F-4A0E-A196-F37200FD90B9}">
      <dgm:prSet/>
      <dgm:spPr/>
      <dgm:t>
        <a:bodyPr/>
        <a:lstStyle/>
        <a:p>
          <a:endParaRPr lang="en-US"/>
        </a:p>
      </dgm:t>
    </dgm:pt>
    <dgm:pt modelId="{7876619A-2711-4584-B08E-04830D06E9F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3. Dados </a:t>
          </a:r>
          <a:r>
            <a:rPr lang="en-US" dirty="0" err="1"/>
            <a:t>persistentes</a:t>
          </a:r>
          <a:r>
            <a:rPr lang="en-US" dirty="0"/>
            <a:t> </a:t>
          </a:r>
          <a:r>
            <a:rPr lang="en-US" dirty="0" err="1"/>
            <a:t>são</a:t>
          </a:r>
          <a:r>
            <a:rPr lang="en-US" dirty="0"/>
            <a:t> </a:t>
          </a:r>
          <a:r>
            <a:rPr lang="en-US" dirty="0" err="1"/>
            <a:t>geridos</a:t>
          </a:r>
          <a:r>
            <a:rPr lang="en-US" dirty="0"/>
            <a:t> </a:t>
          </a:r>
          <a:r>
            <a:rPr lang="en-US" dirty="0" err="1"/>
            <a:t>pelo</a:t>
          </a:r>
          <a:r>
            <a:rPr lang="en-US" dirty="0"/>
            <a:t> `</a:t>
          </a:r>
          <a:r>
            <a:rPr lang="en-US" dirty="0" err="1"/>
            <a:t>ManagerDB</a:t>
          </a:r>
          <a:r>
            <a:rPr lang="en-US" dirty="0"/>
            <a:t>`.</a:t>
          </a:r>
        </a:p>
      </dgm:t>
    </dgm:pt>
    <dgm:pt modelId="{FB2FC360-BD7D-4CB2-9F5D-99CBFF83DD56}" type="parTrans" cxnId="{50FAF831-AA73-4F69-B7E4-CF4BD85D306E}">
      <dgm:prSet/>
      <dgm:spPr/>
      <dgm:t>
        <a:bodyPr/>
        <a:lstStyle/>
        <a:p>
          <a:endParaRPr lang="en-US"/>
        </a:p>
      </dgm:t>
    </dgm:pt>
    <dgm:pt modelId="{F9E646B8-D0B9-41B0-907B-FA31D5325506}" type="sibTrans" cxnId="{50FAF831-AA73-4F69-B7E4-CF4BD85D306E}">
      <dgm:prSet/>
      <dgm:spPr/>
      <dgm:t>
        <a:bodyPr/>
        <a:lstStyle/>
        <a:p>
          <a:endParaRPr lang="en-US"/>
        </a:p>
      </dgm:t>
    </dgm:pt>
    <dgm:pt modelId="{1CE68741-3433-4D08-A447-1E9F4C4F2B5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4. Respostas são retornadas ao cliente, incluindo mensagens de erro ou sucesso.</a:t>
          </a:r>
        </a:p>
      </dgm:t>
    </dgm:pt>
    <dgm:pt modelId="{36877FB6-9F8B-43F4-ACCF-6E909698C3DB}" type="parTrans" cxnId="{59A60F64-67AD-484C-8A0F-BA1FD0797FDC}">
      <dgm:prSet/>
      <dgm:spPr/>
      <dgm:t>
        <a:bodyPr/>
        <a:lstStyle/>
        <a:p>
          <a:endParaRPr lang="en-US"/>
        </a:p>
      </dgm:t>
    </dgm:pt>
    <dgm:pt modelId="{1750B4A9-BF23-4C60-8B44-3B0B3C4AEED8}" type="sibTrans" cxnId="{59A60F64-67AD-484C-8A0F-BA1FD0797FDC}">
      <dgm:prSet/>
      <dgm:spPr/>
      <dgm:t>
        <a:bodyPr/>
        <a:lstStyle/>
        <a:p>
          <a:endParaRPr lang="en-US"/>
        </a:p>
      </dgm:t>
    </dgm:pt>
    <dgm:pt modelId="{0A24F806-60AE-46AC-977A-EF2AF9B8B571}" type="pres">
      <dgm:prSet presAssocID="{078D344C-7CF3-432F-B82C-B5D50530B9D7}" presName="root" presStyleCnt="0">
        <dgm:presLayoutVars>
          <dgm:dir/>
          <dgm:resizeHandles val="exact"/>
        </dgm:presLayoutVars>
      </dgm:prSet>
      <dgm:spPr/>
    </dgm:pt>
    <dgm:pt modelId="{9AEB00CF-37D3-410C-9BD9-059BBE5E1128}" type="pres">
      <dgm:prSet presAssocID="{AAC4A6C1-BC65-495B-A2F9-EEC5900B601A}" presName="compNode" presStyleCnt="0"/>
      <dgm:spPr/>
    </dgm:pt>
    <dgm:pt modelId="{ADADD68A-4AE0-4AA8-B9B3-8803DEF7DDBD}" type="pres">
      <dgm:prSet presAssocID="{AAC4A6C1-BC65-495B-A2F9-EEC5900B601A}" presName="bgRect" presStyleLbl="bgShp" presStyleIdx="0" presStyleCnt="4"/>
      <dgm:spPr/>
    </dgm:pt>
    <dgm:pt modelId="{78FC4C14-A097-47E0-9802-CF82FEFB0A64}" type="pres">
      <dgm:prSet presAssocID="{AAC4A6C1-BC65-495B-A2F9-EEC5900B601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ador"/>
        </a:ext>
      </dgm:extLst>
    </dgm:pt>
    <dgm:pt modelId="{34445613-5F4B-4E43-BA4A-7F2AB5B021A0}" type="pres">
      <dgm:prSet presAssocID="{AAC4A6C1-BC65-495B-A2F9-EEC5900B601A}" presName="spaceRect" presStyleCnt="0"/>
      <dgm:spPr/>
    </dgm:pt>
    <dgm:pt modelId="{B835D2AE-F9A2-431E-BD7F-91E47C258FBF}" type="pres">
      <dgm:prSet presAssocID="{AAC4A6C1-BC65-495B-A2F9-EEC5900B601A}" presName="parTx" presStyleLbl="revTx" presStyleIdx="0" presStyleCnt="4">
        <dgm:presLayoutVars>
          <dgm:chMax val="0"/>
          <dgm:chPref val="0"/>
        </dgm:presLayoutVars>
      </dgm:prSet>
      <dgm:spPr/>
    </dgm:pt>
    <dgm:pt modelId="{32E3E8D0-1B6B-4439-9883-79A25137DA57}" type="pres">
      <dgm:prSet presAssocID="{1BC1CBFF-FB49-4CCE-B2E7-9B903312459F}" presName="sibTrans" presStyleCnt="0"/>
      <dgm:spPr/>
    </dgm:pt>
    <dgm:pt modelId="{BD4B3CB4-9AF5-4958-A876-59DF1DADF4F8}" type="pres">
      <dgm:prSet presAssocID="{65962910-8BB6-4D8A-8992-000FC4C3D850}" presName="compNode" presStyleCnt="0"/>
      <dgm:spPr/>
    </dgm:pt>
    <dgm:pt modelId="{7C261A05-78FD-4C1C-8164-E039FE10514A}" type="pres">
      <dgm:prSet presAssocID="{65962910-8BB6-4D8A-8992-000FC4C3D850}" presName="bgRect" presStyleLbl="bgShp" presStyleIdx="1" presStyleCnt="4"/>
      <dgm:spPr/>
    </dgm:pt>
    <dgm:pt modelId="{1E6756C1-C9FC-4405-9C60-04EA6063FD28}" type="pres">
      <dgm:prSet presAssocID="{65962910-8BB6-4D8A-8992-000FC4C3D85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ador"/>
        </a:ext>
      </dgm:extLst>
    </dgm:pt>
    <dgm:pt modelId="{D0FBB516-F106-4595-8388-B330FCD4011A}" type="pres">
      <dgm:prSet presAssocID="{65962910-8BB6-4D8A-8992-000FC4C3D850}" presName="spaceRect" presStyleCnt="0"/>
      <dgm:spPr/>
    </dgm:pt>
    <dgm:pt modelId="{3ECEF0F3-5992-496A-8657-5DD8A4D75F5E}" type="pres">
      <dgm:prSet presAssocID="{65962910-8BB6-4D8A-8992-000FC4C3D850}" presName="parTx" presStyleLbl="revTx" presStyleIdx="1" presStyleCnt="4">
        <dgm:presLayoutVars>
          <dgm:chMax val="0"/>
          <dgm:chPref val="0"/>
        </dgm:presLayoutVars>
      </dgm:prSet>
      <dgm:spPr/>
    </dgm:pt>
    <dgm:pt modelId="{D659306C-A206-48F2-86F9-F58A9C0793D2}" type="pres">
      <dgm:prSet presAssocID="{7CAC731D-656D-4FD7-B60C-C535B448F53C}" presName="sibTrans" presStyleCnt="0"/>
      <dgm:spPr/>
    </dgm:pt>
    <dgm:pt modelId="{3294FCAC-DB05-4E41-A23E-93E132BC1226}" type="pres">
      <dgm:prSet presAssocID="{7876619A-2711-4584-B08E-04830D06E9FD}" presName="compNode" presStyleCnt="0"/>
      <dgm:spPr/>
    </dgm:pt>
    <dgm:pt modelId="{F8BBEFDD-2379-43B4-B8E0-C9EEDB16B258}" type="pres">
      <dgm:prSet presAssocID="{7876619A-2711-4584-B08E-04830D06E9FD}" presName="bgRect" presStyleLbl="bgShp" presStyleIdx="2" presStyleCnt="4"/>
      <dgm:spPr/>
    </dgm:pt>
    <dgm:pt modelId="{92C65B32-89E0-4339-AF8D-F72B98B5F0FB}" type="pres">
      <dgm:prSet presAssocID="{7876619A-2711-4584-B08E-04830D06E9F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idor"/>
        </a:ext>
      </dgm:extLst>
    </dgm:pt>
    <dgm:pt modelId="{064D314B-117A-4A72-9054-DED71A52CA8F}" type="pres">
      <dgm:prSet presAssocID="{7876619A-2711-4584-B08E-04830D06E9FD}" presName="spaceRect" presStyleCnt="0"/>
      <dgm:spPr/>
    </dgm:pt>
    <dgm:pt modelId="{18301CAA-1320-4A7A-906D-97ABB40D3F5D}" type="pres">
      <dgm:prSet presAssocID="{7876619A-2711-4584-B08E-04830D06E9FD}" presName="parTx" presStyleLbl="revTx" presStyleIdx="2" presStyleCnt="4">
        <dgm:presLayoutVars>
          <dgm:chMax val="0"/>
          <dgm:chPref val="0"/>
        </dgm:presLayoutVars>
      </dgm:prSet>
      <dgm:spPr/>
    </dgm:pt>
    <dgm:pt modelId="{5B07A440-C5AD-4379-B402-1ADD4625798F}" type="pres">
      <dgm:prSet presAssocID="{F9E646B8-D0B9-41B0-907B-FA31D5325506}" presName="sibTrans" presStyleCnt="0"/>
      <dgm:spPr/>
    </dgm:pt>
    <dgm:pt modelId="{3AFAB26B-F72A-471A-980D-104EC9CF31BB}" type="pres">
      <dgm:prSet presAssocID="{1CE68741-3433-4D08-A447-1E9F4C4F2B5F}" presName="compNode" presStyleCnt="0"/>
      <dgm:spPr/>
    </dgm:pt>
    <dgm:pt modelId="{9D741DB7-39B9-46A6-AB8D-9B042844D475}" type="pres">
      <dgm:prSet presAssocID="{1CE68741-3433-4D08-A447-1E9F4C4F2B5F}" presName="bgRect" presStyleLbl="bgShp" presStyleIdx="3" presStyleCnt="4"/>
      <dgm:spPr/>
    </dgm:pt>
    <dgm:pt modelId="{76C73938-6FDD-4A26-B52E-9D11A252C3D8}" type="pres">
      <dgm:prSet presAssocID="{1CE68741-3433-4D08-A447-1E9F4C4F2B5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 Bubble"/>
        </a:ext>
      </dgm:extLst>
    </dgm:pt>
    <dgm:pt modelId="{1B0A5B15-FD32-4DD0-803F-4FBE518EA832}" type="pres">
      <dgm:prSet presAssocID="{1CE68741-3433-4D08-A447-1E9F4C4F2B5F}" presName="spaceRect" presStyleCnt="0"/>
      <dgm:spPr/>
    </dgm:pt>
    <dgm:pt modelId="{43219CC9-444B-42D1-AD9B-F785824597FC}" type="pres">
      <dgm:prSet presAssocID="{1CE68741-3433-4D08-A447-1E9F4C4F2B5F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50FAF831-AA73-4F69-B7E4-CF4BD85D306E}" srcId="{078D344C-7CF3-432F-B82C-B5D50530B9D7}" destId="{7876619A-2711-4584-B08E-04830D06E9FD}" srcOrd="2" destOrd="0" parTransId="{FB2FC360-BD7D-4CB2-9F5D-99CBFF83DD56}" sibTransId="{F9E646B8-D0B9-41B0-907B-FA31D5325506}"/>
    <dgm:cxn modelId="{EB21533B-CB59-45B5-855E-09F2D10C1DA9}" type="presOf" srcId="{1CE68741-3433-4D08-A447-1E9F4C4F2B5F}" destId="{43219CC9-444B-42D1-AD9B-F785824597FC}" srcOrd="0" destOrd="0" presId="urn:microsoft.com/office/officeart/2018/2/layout/IconVerticalSolidList"/>
    <dgm:cxn modelId="{59A60F64-67AD-484C-8A0F-BA1FD0797FDC}" srcId="{078D344C-7CF3-432F-B82C-B5D50530B9D7}" destId="{1CE68741-3433-4D08-A447-1E9F4C4F2B5F}" srcOrd="3" destOrd="0" parTransId="{36877FB6-9F8B-43F4-ACCF-6E909698C3DB}" sibTransId="{1750B4A9-BF23-4C60-8B44-3B0B3C4AEED8}"/>
    <dgm:cxn modelId="{7C430F6C-237D-4C50-A5B3-5C5CEB71E5EC}" type="presOf" srcId="{078D344C-7CF3-432F-B82C-B5D50530B9D7}" destId="{0A24F806-60AE-46AC-977A-EF2AF9B8B571}" srcOrd="0" destOrd="0" presId="urn:microsoft.com/office/officeart/2018/2/layout/IconVerticalSolidList"/>
    <dgm:cxn modelId="{1E1AE04C-0D24-4175-A4B9-700681574112}" type="presOf" srcId="{65962910-8BB6-4D8A-8992-000FC4C3D850}" destId="{3ECEF0F3-5992-496A-8657-5DD8A4D75F5E}" srcOrd="0" destOrd="0" presId="urn:microsoft.com/office/officeart/2018/2/layout/IconVerticalSolidList"/>
    <dgm:cxn modelId="{E1EDC178-656F-4A0E-A196-F37200FD90B9}" srcId="{078D344C-7CF3-432F-B82C-B5D50530B9D7}" destId="{65962910-8BB6-4D8A-8992-000FC4C3D850}" srcOrd="1" destOrd="0" parTransId="{079BB5BD-E698-49CB-B63B-2CE7606F0F3C}" sibTransId="{7CAC731D-656D-4FD7-B60C-C535B448F53C}"/>
    <dgm:cxn modelId="{732028A9-7B19-4F0B-9B65-5005F4570C16}" srcId="{078D344C-7CF3-432F-B82C-B5D50530B9D7}" destId="{AAC4A6C1-BC65-495B-A2F9-EEC5900B601A}" srcOrd="0" destOrd="0" parTransId="{09BCAFA8-BDB4-4F93-BE43-0B4466303DC1}" sibTransId="{1BC1CBFF-FB49-4CCE-B2E7-9B903312459F}"/>
    <dgm:cxn modelId="{82DEE6CA-46C0-47AA-B61C-51E8BEE7E2BF}" type="presOf" srcId="{AAC4A6C1-BC65-495B-A2F9-EEC5900B601A}" destId="{B835D2AE-F9A2-431E-BD7F-91E47C258FBF}" srcOrd="0" destOrd="0" presId="urn:microsoft.com/office/officeart/2018/2/layout/IconVerticalSolidList"/>
    <dgm:cxn modelId="{8719BFDC-AFC8-4233-A12A-732B17B46F79}" type="presOf" srcId="{7876619A-2711-4584-B08E-04830D06E9FD}" destId="{18301CAA-1320-4A7A-906D-97ABB40D3F5D}" srcOrd="0" destOrd="0" presId="urn:microsoft.com/office/officeart/2018/2/layout/IconVerticalSolidList"/>
    <dgm:cxn modelId="{D31455E7-27CD-48E6-8368-80FDCB924F81}" type="presParOf" srcId="{0A24F806-60AE-46AC-977A-EF2AF9B8B571}" destId="{9AEB00CF-37D3-410C-9BD9-059BBE5E1128}" srcOrd="0" destOrd="0" presId="urn:microsoft.com/office/officeart/2018/2/layout/IconVerticalSolidList"/>
    <dgm:cxn modelId="{5539467B-329E-4024-BC52-893EEF7D492B}" type="presParOf" srcId="{9AEB00CF-37D3-410C-9BD9-059BBE5E1128}" destId="{ADADD68A-4AE0-4AA8-B9B3-8803DEF7DDBD}" srcOrd="0" destOrd="0" presId="urn:microsoft.com/office/officeart/2018/2/layout/IconVerticalSolidList"/>
    <dgm:cxn modelId="{CF112725-E06A-4A47-87AE-A66A9E82F5E5}" type="presParOf" srcId="{9AEB00CF-37D3-410C-9BD9-059BBE5E1128}" destId="{78FC4C14-A097-47E0-9802-CF82FEFB0A64}" srcOrd="1" destOrd="0" presId="urn:microsoft.com/office/officeart/2018/2/layout/IconVerticalSolidList"/>
    <dgm:cxn modelId="{1F9B2AA3-403E-4325-8870-7EB242A81A0C}" type="presParOf" srcId="{9AEB00CF-37D3-410C-9BD9-059BBE5E1128}" destId="{34445613-5F4B-4E43-BA4A-7F2AB5B021A0}" srcOrd="2" destOrd="0" presId="urn:microsoft.com/office/officeart/2018/2/layout/IconVerticalSolidList"/>
    <dgm:cxn modelId="{AB212187-05DB-4991-9B42-DBFEADFC719B}" type="presParOf" srcId="{9AEB00CF-37D3-410C-9BD9-059BBE5E1128}" destId="{B835D2AE-F9A2-431E-BD7F-91E47C258FBF}" srcOrd="3" destOrd="0" presId="urn:microsoft.com/office/officeart/2018/2/layout/IconVerticalSolidList"/>
    <dgm:cxn modelId="{A69B3945-3C92-4F5F-BAE3-1A06457A685A}" type="presParOf" srcId="{0A24F806-60AE-46AC-977A-EF2AF9B8B571}" destId="{32E3E8D0-1B6B-4439-9883-79A25137DA57}" srcOrd="1" destOrd="0" presId="urn:microsoft.com/office/officeart/2018/2/layout/IconVerticalSolidList"/>
    <dgm:cxn modelId="{BBFD93DE-47F9-4A7B-A577-03120BDFBBD4}" type="presParOf" srcId="{0A24F806-60AE-46AC-977A-EF2AF9B8B571}" destId="{BD4B3CB4-9AF5-4958-A876-59DF1DADF4F8}" srcOrd="2" destOrd="0" presId="urn:microsoft.com/office/officeart/2018/2/layout/IconVerticalSolidList"/>
    <dgm:cxn modelId="{D517C4A6-B026-4D87-BC23-6B6D3BE05C18}" type="presParOf" srcId="{BD4B3CB4-9AF5-4958-A876-59DF1DADF4F8}" destId="{7C261A05-78FD-4C1C-8164-E039FE10514A}" srcOrd="0" destOrd="0" presId="urn:microsoft.com/office/officeart/2018/2/layout/IconVerticalSolidList"/>
    <dgm:cxn modelId="{CABA7300-DEA4-4965-A9EF-6BD27DFE01F6}" type="presParOf" srcId="{BD4B3CB4-9AF5-4958-A876-59DF1DADF4F8}" destId="{1E6756C1-C9FC-4405-9C60-04EA6063FD28}" srcOrd="1" destOrd="0" presId="urn:microsoft.com/office/officeart/2018/2/layout/IconVerticalSolidList"/>
    <dgm:cxn modelId="{111A9417-7E28-473E-8271-87A8B74298AB}" type="presParOf" srcId="{BD4B3CB4-9AF5-4958-A876-59DF1DADF4F8}" destId="{D0FBB516-F106-4595-8388-B330FCD4011A}" srcOrd="2" destOrd="0" presId="urn:microsoft.com/office/officeart/2018/2/layout/IconVerticalSolidList"/>
    <dgm:cxn modelId="{FE04D60F-855F-4103-8666-04D2FDCD4A34}" type="presParOf" srcId="{BD4B3CB4-9AF5-4958-A876-59DF1DADF4F8}" destId="{3ECEF0F3-5992-496A-8657-5DD8A4D75F5E}" srcOrd="3" destOrd="0" presId="urn:microsoft.com/office/officeart/2018/2/layout/IconVerticalSolidList"/>
    <dgm:cxn modelId="{F3DCAB35-7DE7-4BA3-874A-CB4C182A06DF}" type="presParOf" srcId="{0A24F806-60AE-46AC-977A-EF2AF9B8B571}" destId="{D659306C-A206-48F2-86F9-F58A9C0793D2}" srcOrd="3" destOrd="0" presId="urn:microsoft.com/office/officeart/2018/2/layout/IconVerticalSolidList"/>
    <dgm:cxn modelId="{DD22CF92-CB1E-41FB-8DAF-F9907DF86A72}" type="presParOf" srcId="{0A24F806-60AE-46AC-977A-EF2AF9B8B571}" destId="{3294FCAC-DB05-4E41-A23E-93E132BC1226}" srcOrd="4" destOrd="0" presId="urn:microsoft.com/office/officeart/2018/2/layout/IconVerticalSolidList"/>
    <dgm:cxn modelId="{1DEECD80-9481-45BE-B11A-BD2AA3B3CCC3}" type="presParOf" srcId="{3294FCAC-DB05-4E41-A23E-93E132BC1226}" destId="{F8BBEFDD-2379-43B4-B8E0-C9EEDB16B258}" srcOrd="0" destOrd="0" presId="urn:microsoft.com/office/officeart/2018/2/layout/IconVerticalSolidList"/>
    <dgm:cxn modelId="{C23F7B5B-2F1A-4CA0-913C-69443007E473}" type="presParOf" srcId="{3294FCAC-DB05-4E41-A23E-93E132BC1226}" destId="{92C65B32-89E0-4339-AF8D-F72B98B5F0FB}" srcOrd="1" destOrd="0" presId="urn:microsoft.com/office/officeart/2018/2/layout/IconVerticalSolidList"/>
    <dgm:cxn modelId="{2DBFD803-05CD-4A41-9938-0B015107216A}" type="presParOf" srcId="{3294FCAC-DB05-4E41-A23E-93E132BC1226}" destId="{064D314B-117A-4A72-9054-DED71A52CA8F}" srcOrd="2" destOrd="0" presId="urn:microsoft.com/office/officeart/2018/2/layout/IconVerticalSolidList"/>
    <dgm:cxn modelId="{A13AB077-3FB0-4027-B0B3-A1B50F368027}" type="presParOf" srcId="{3294FCAC-DB05-4E41-A23E-93E132BC1226}" destId="{18301CAA-1320-4A7A-906D-97ABB40D3F5D}" srcOrd="3" destOrd="0" presId="urn:microsoft.com/office/officeart/2018/2/layout/IconVerticalSolidList"/>
    <dgm:cxn modelId="{E40ABD3A-2733-4FF3-AF2B-B40457B84D31}" type="presParOf" srcId="{0A24F806-60AE-46AC-977A-EF2AF9B8B571}" destId="{5B07A440-C5AD-4379-B402-1ADD4625798F}" srcOrd="5" destOrd="0" presId="urn:microsoft.com/office/officeart/2018/2/layout/IconVerticalSolidList"/>
    <dgm:cxn modelId="{8923D01E-1DD4-431D-B66B-D4D21BDBE562}" type="presParOf" srcId="{0A24F806-60AE-46AC-977A-EF2AF9B8B571}" destId="{3AFAB26B-F72A-471A-980D-104EC9CF31BB}" srcOrd="6" destOrd="0" presId="urn:microsoft.com/office/officeart/2018/2/layout/IconVerticalSolidList"/>
    <dgm:cxn modelId="{44A950A6-3006-4A71-85E1-20F0FC46366C}" type="presParOf" srcId="{3AFAB26B-F72A-471A-980D-104EC9CF31BB}" destId="{9D741DB7-39B9-46A6-AB8D-9B042844D475}" srcOrd="0" destOrd="0" presId="urn:microsoft.com/office/officeart/2018/2/layout/IconVerticalSolidList"/>
    <dgm:cxn modelId="{443A3EEB-1E12-4EA2-ADC7-D09EED06A8FE}" type="presParOf" srcId="{3AFAB26B-F72A-471A-980D-104EC9CF31BB}" destId="{76C73938-6FDD-4A26-B52E-9D11A252C3D8}" srcOrd="1" destOrd="0" presId="urn:microsoft.com/office/officeart/2018/2/layout/IconVerticalSolidList"/>
    <dgm:cxn modelId="{95BC4484-2A76-4ED4-B01A-036CA913B54E}" type="presParOf" srcId="{3AFAB26B-F72A-471A-980D-104EC9CF31BB}" destId="{1B0A5B15-FD32-4DD0-803F-4FBE518EA832}" srcOrd="2" destOrd="0" presId="urn:microsoft.com/office/officeart/2018/2/layout/IconVerticalSolidList"/>
    <dgm:cxn modelId="{113F7B50-D2F0-48A2-B48F-156A9E026140}" type="presParOf" srcId="{3AFAB26B-F72A-471A-980D-104EC9CF31BB}" destId="{43219CC9-444B-42D1-AD9B-F785824597F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676BAED-5B22-4B16-954F-84C22B1E1049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F777EC0-E19E-431F-8673-3590D600E378}">
      <dgm:prSet/>
      <dgm:spPr/>
      <dgm:t>
        <a:bodyPr/>
        <a:lstStyle/>
        <a:p>
          <a:pPr>
            <a:defRPr cap="all"/>
          </a:pPr>
          <a:r>
            <a:rPr lang="en-US" dirty="0"/>
            <a:t>1. </a:t>
          </a:r>
          <a:r>
            <a:rPr lang="en-US" dirty="0" err="1"/>
            <a:t>RMIClient</a:t>
          </a:r>
          <a:r>
            <a:rPr lang="en-US" dirty="0"/>
            <a:t> </a:t>
          </a:r>
          <a:r>
            <a:rPr lang="en-US" dirty="0" err="1"/>
            <a:t>conecta</a:t>
          </a:r>
          <a:r>
            <a:rPr lang="en-US" dirty="0"/>
            <a:t>-se </a:t>
          </a:r>
          <a:r>
            <a:rPr lang="en-US" dirty="0" err="1"/>
            <a:t>ao</a:t>
          </a:r>
          <a:r>
            <a:rPr lang="en-US" dirty="0"/>
            <a:t> </a:t>
          </a:r>
          <a:r>
            <a:rPr lang="en-US" dirty="0" err="1"/>
            <a:t>RMIServer</a:t>
          </a:r>
          <a:r>
            <a:rPr lang="en-US" dirty="0"/>
            <a:t> </a:t>
          </a:r>
          <a:r>
            <a:rPr lang="en-US" dirty="0" err="1"/>
            <a:t>ao</a:t>
          </a:r>
          <a:r>
            <a:rPr lang="en-US" dirty="0"/>
            <a:t> usar a interface `</a:t>
          </a:r>
          <a:r>
            <a:rPr lang="en-US" dirty="0" err="1"/>
            <a:t>RemoteServiceInterface</a:t>
          </a:r>
          <a:r>
            <a:rPr lang="en-US" dirty="0"/>
            <a:t>`.</a:t>
          </a:r>
        </a:p>
      </dgm:t>
    </dgm:pt>
    <dgm:pt modelId="{F2BF2738-AAF1-4551-A114-8400A0BCC630}" type="parTrans" cxnId="{B31F2B78-DA20-4244-88B5-8F72F191F8FE}">
      <dgm:prSet/>
      <dgm:spPr/>
      <dgm:t>
        <a:bodyPr/>
        <a:lstStyle/>
        <a:p>
          <a:endParaRPr lang="en-US"/>
        </a:p>
      </dgm:t>
    </dgm:pt>
    <dgm:pt modelId="{6EB4B7D8-BA43-4C04-82EE-C68DC72BA5DF}" type="sibTrans" cxnId="{B31F2B78-DA20-4244-88B5-8F72F191F8FE}">
      <dgm:prSet/>
      <dgm:spPr/>
      <dgm:t>
        <a:bodyPr/>
        <a:lstStyle/>
        <a:p>
          <a:endParaRPr lang="en-US"/>
        </a:p>
      </dgm:t>
    </dgm:pt>
    <dgm:pt modelId="{3646BBED-A3A3-4439-85D9-5C2A0352C173}">
      <dgm:prSet/>
      <dgm:spPr/>
      <dgm:t>
        <a:bodyPr/>
        <a:lstStyle/>
        <a:p>
          <a:pPr>
            <a:defRPr cap="all"/>
          </a:pPr>
          <a:r>
            <a:rPr lang="en-US" dirty="0"/>
            <a:t>2. </a:t>
          </a:r>
          <a:r>
            <a:rPr lang="en-US" dirty="0" err="1"/>
            <a:t>Métodos</a:t>
          </a:r>
          <a:r>
            <a:rPr lang="en-US" dirty="0"/>
            <a:t> </a:t>
          </a:r>
          <a:r>
            <a:rPr lang="en-US" dirty="0" err="1"/>
            <a:t>remotos</a:t>
          </a:r>
          <a:r>
            <a:rPr lang="en-US" dirty="0"/>
            <a:t> </a:t>
          </a:r>
          <a:r>
            <a:rPr lang="en-US" dirty="0" err="1"/>
            <a:t>permitem</a:t>
          </a:r>
          <a:r>
            <a:rPr lang="en-US" dirty="0"/>
            <a:t> </a:t>
          </a:r>
          <a:r>
            <a:rPr lang="en-US" dirty="0" err="1"/>
            <a:t>chamadas</a:t>
          </a:r>
          <a:r>
            <a:rPr lang="en-US" dirty="0"/>
            <a:t> </a:t>
          </a:r>
          <a:r>
            <a:rPr lang="en-US" dirty="0" err="1"/>
            <a:t>diretas</a:t>
          </a:r>
          <a:r>
            <a:rPr lang="en-US" dirty="0"/>
            <a:t> para </a:t>
          </a:r>
          <a:r>
            <a:rPr lang="en-US" dirty="0" err="1"/>
            <a:t>operações</a:t>
          </a:r>
          <a:r>
            <a:rPr lang="en-US" dirty="0"/>
            <a:t> no </a:t>
          </a:r>
          <a:r>
            <a:rPr lang="en-US" dirty="0" err="1"/>
            <a:t>servidor</a:t>
          </a:r>
          <a:r>
            <a:rPr lang="en-US" dirty="0"/>
            <a:t>.</a:t>
          </a:r>
        </a:p>
      </dgm:t>
    </dgm:pt>
    <dgm:pt modelId="{49657F96-0C39-4EAD-9AC5-B610FDFB45DA}" type="parTrans" cxnId="{6093C13A-1E39-4C78-9078-23082E9503EF}">
      <dgm:prSet/>
      <dgm:spPr/>
      <dgm:t>
        <a:bodyPr/>
        <a:lstStyle/>
        <a:p>
          <a:endParaRPr lang="en-US"/>
        </a:p>
      </dgm:t>
    </dgm:pt>
    <dgm:pt modelId="{EC4FCF24-DF98-4CE7-BD3C-F940FA9564AB}" type="sibTrans" cxnId="{6093C13A-1E39-4C78-9078-23082E9503EF}">
      <dgm:prSet/>
      <dgm:spPr/>
      <dgm:t>
        <a:bodyPr/>
        <a:lstStyle/>
        <a:p>
          <a:endParaRPr lang="en-US"/>
        </a:p>
      </dgm:t>
    </dgm:pt>
    <dgm:pt modelId="{9F936006-EF8B-4397-AE91-A1BB1EEC44E1}">
      <dgm:prSet/>
      <dgm:spPr/>
      <dgm:t>
        <a:bodyPr/>
        <a:lstStyle/>
        <a:p>
          <a:pPr>
            <a:defRPr cap="all"/>
          </a:pPr>
          <a:r>
            <a:rPr lang="en-US" dirty="0"/>
            <a:t>3. </a:t>
          </a:r>
          <a:r>
            <a:rPr lang="en-US" dirty="0" err="1"/>
            <a:t>Notificações</a:t>
          </a:r>
          <a:r>
            <a:rPr lang="en-US" dirty="0"/>
            <a:t> </a:t>
          </a:r>
          <a:r>
            <a:rPr lang="en-US" dirty="0" err="1"/>
            <a:t>em</a:t>
          </a:r>
          <a:r>
            <a:rPr lang="en-US" dirty="0"/>
            <a:t> tempo real </a:t>
          </a:r>
          <a:r>
            <a:rPr lang="en-US" dirty="0" err="1"/>
            <a:t>são</a:t>
          </a:r>
          <a:r>
            <a:rPr lang="en-US" dirty="0"/>
            <a:t> </a:t>
          </a:r>
          <a:r>
            <a:rPr lang="en-US" dirty="0" err="1"/>
            <a:t>enviadas</a:t>
          </a:r>
          <a:r>
            <a:rPr lang="en-US" dirty="0"/>
            <a:t> </a:t>
          </a:r>
          <a:r>
            <a:rPr lang="en-US" dirty="0" err="1"/>
            <a:t>pelo</a:t>
          </a:r>
          <a:r>
            <a:rPr lang="en-US" dirty="0"/>
            <a:t> </a:t>
          </a:r>
          <a:r>
            <a:rPr lang="en-US" dirty="0" err="1"/>
            <a:t>servidor</a:t>
          </a:r>
          <a:r>
            <a:rPr lang="en-US" dirty="0"/>
            <a:t> via `</a:t>
          </a:r>
          <a:r>
            <a:rPr lang="en-US" dirty="0" err="1"/>
            <a:t>ClientNotificationInterface</a:t>
          </a:r>
          <a:r>
            <a:rPr lang="en-US" dirty="0"/>
            <a:t>`.</a:t>
          </a:r>
        </a:p>
      </dgm:t>
    </dgm:pt>
    <dgm:pt modelId="{629D0384-BBB0-4B4B-8BF7-0B0237D2F102}" type="parTrans" cxnId="{B8112853-81CA-48B9-B13D-7FFBA1B4E6D8}">
      <dgm:prSet/>
      <dgm:spPr/>
      <dgm:t>
        <a:bodyPr/>
        <a:lstStyle/>
        <a:p>
          <a:endParaRPr lang="en-US"/>
        </a:p>
      </dgm:t>
    </dgm:pt>
    <dgm:pt modelId="{59E76C74-73F8-4B22-8864-654E39EFE5FA}" type="sibTrans" cxnId="{B8112853-81CA-48B9-B13D-7FFBA1B4E6D8}">
      <dgm:prSet/>
      <dgm:spPr/>
      <dgm:t>
        <a:bodyPr/>
        <a:lstStyle/>
        <a:p>
          <a:endParaRPr lang="en-US"/>
        </a:p>
      </dgm:t>
    </dgm:pt>
    <dgm:pt modelId="{61FFF4E4-E1CA-46BC-9E8D-A4D7C16D75A6}" type="pres">
      <dgm:prSet presAssocID="{4676BAED-5B22-4B16-954F-84C22B1E1049}" presName="root" presStyleCnt="0">
        <dgm:presLayoutVars>
          <dgm:dir/>
          <dgm:resizeHandles val="exact"/>
        </dgm:presLayoutVars>
      </dgm:prSet>
      <dgm:spPr/>
    </dgm:pt>
    <dgm:pt modelId="{24F3B4D7-6A6B-4C87-944B-B9F74FB18CF9}" type="pres">
      <dgm:prSet presAssocID="{BF777EC0-E19E-431F-8673-3590D600E378}" presName="compNode" presStyleCnt="0"/>
      <dgm:spPr/>
    </dgm:pt>
    <dgm:pt modelId="{2355C962-C633-43B6-8B72-F90AD9265282}" type="pres">
      <dgm:prSet presAssocID="{BF777EC0-E19E-431F-8673-3590D600E378}" presName="iconBgRect" presStyleLbl="bgShp" presStyleIdx="0" presStyleCnt="3"/>
      <dgm:spPr/>
    </dgm:pt>
    <dgm:pt modelId="{4FC62C2A-3F7F-4AEF-874B-7C4141FEE4F9}" type="pres">
      <dgm:prSet presAssocID="{BF777EC0-E19E-431F-8673-3590D600E37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idor"/>
        </a:ext>
      </dgm:extLst>
    </dgm:pt>
    <dgm:pt modelId="{108157D3-99BC-4C33-BCB5-B83A82451F36}" type="pres">
      <dgm:prSet presAssocID="{BF777EC0-E19E-431F-8673-3590D600E378}" presName="spaceRect" presStyleCnt="0"/>
      <dgm:spPr/>
    </dgm:pt>
    <dgm:pt modelId="{0CA2F32D-AAF0-4785-A95C-D0A77FAAE84B}" type="pres">
      <dgm:prSet presAssocID="{BF777EC0-E19E-431F-8673-3590D600E378}" presName="textRect" presStyleLbl="revTx" presStyleIdx="0" presStyleCnt="3">
        <dgm:presLayoutVars>
          <dgm:chMax val="1"/>
          <dgm:chPref val="1"/>
        </dgm:presLayoutVars>
      </dgm:prSet>
      <dgm:spPr/>
    </dgm:pt>
    <dgm:pt modelId="{F03527E0-9813-47AB-8CE7-574235A8B11B}" type="pres">
      <dgm:prSet presAssocID="{6EB4B7D8-BA43-4C04-82EE-C68DC72BA5DF}" presName="sibTrans" presStyleCnt="0"/>
      <dgm:spPr/>
    </dgm:pt>
    <dgm:pt modelId="{684DE905-85F9-4B3A-8C59-51137D6C6337}" type="pres">
      <dgm:prSet presAssocID="{3646BBED-A3A3-4439-85D9-5C2A0352C173}" presName="compNode" presStyleCnt="0"/>
      <dgm:spPr/>
    </dgm:pt>
    <dgm:pt modelId="{D7E22825-12F3-4D22-B3D6-41FB22B5C729}" type="pres">
      <dgm:prSet presAssocID="{3646BBED-A3A3-4439-85D9-5C2A0352C173}" presName="iconBgRect" presStyleLbl="bgShp" presStyleIdx="1" presStyleCnt="3"/>
      <dgm:spPr/>
    </dgm:pt>
    <dgm:pt modelId="{D800BF96-D6A8-40D2-A8C5-8081A9A6DD8C}" type="pres">
      <dgm:prSet presAssocID="{3646BBED-A3A3-4439-85D9-5C2A0352C17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eaker Phone"/>
        </a:ext>
      </dgm:extLst>
    </dgm:pt>
    <dgm:pt modelId="{C98E12FF-898A-40A5-BD10-0A0907D672DD}" type="pres">
      <dgm:prSet presAssocID="{3646BBED-A3A3-4439-85D9-5C2A0352C173}" presName="spaceRect" presStyleCnt="0"/>
      <dgm:spPr/>
    </dgm:pt>
    <dgm:pt modelId="{6AFEC256-B1A8-49EE-8842-6341BAC01A5B}" type="pres">
      <dgm:prSet presAssocID="{3646BBED-A3A3-4439-85D9-5C2A0352C173}" presName="textRect" presStyleLbl="revTx" presStyleIdx="1" presStyleCnt="3">
        <dgm:presLayoutVars>
          <dgm:chMax val="1"/>
          <dgm:chPref val="1"/>
        </dgm:presLayoutVars>
      </dgm:prSet>
      <dgm:spPr/>
    </dgm:pt>
    <dgm:pt modelId="{B5380850-666C-4D6A-B9C5-6E1C201F021A}" type="pres">
      <dgm:prSet presAssocID="{EC4FCF24-DF98-4CE7-BD3C-F940FA9564AB}" presName="sibTrans" presStyleCnt="0"/>
      <dgm:spPr/>
    </dgm:pt>
    <dgm:pt modelId="{2FA60322-8AC6-4BF8-89C2-DAE89AC884E6}" type="pres">
      <dgm:prSet presAssocID="{9F936006-EF8B-4397-AE91-A1BB1EEC44E1}" presName="compNode" presStyleCnt="0"/>
      <dgm:spPr/>
    </dgm:pt>
    <dgm:pt modelId="{601316F2-4C1B-43B4-A0B5-15E8A355F8B8}" type="pres">
      <dgm:prSet presAssocID="{9F936006-EF8B-4397-AE91-A1BB1EEC44E1}" presName="iconBgRect" presStyleLbl="bgShp" presStyleIdx="2" presStyleCnt="3" custLinFactNeighborX="0" custLinFactNeighborY="16099"/>
      <dgm:spPr/>
    </dgm:pt>
    <dgm:pt modelId="{8A24D89A-AA02-4EB3-97FF-A028712C2B7B}" type="pres">
      <dgm:prSet presAssocID="{9F936006-EF8B-4397-AE91-A1BB1EEC44E1}" presName="iconRect" presStyleLbl="node1" presStyleIdx="2" presStyleCnt="3" custLinFactNeighborX="-1296" custLinFactNeighborY="31180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pitão"/>
        </a:ext>
      </dgm:extLst>
    </dgm:pt>
    <dgm:pt modelId="{2160C56F-E9A8-4BF3-A89E-73357C45E5AB}" type="pres">
      <dgm:prSet presAssocID="{9F936006-EF8B-4397-AE91-A1BB1EEC44E1}" presName="spaceRect" presStyleCnt="0"/>
      <dgm:spPr/>
    </dgm:pt>
    <dgm:pt modelId="{5F44C681-1AA6-44A2-97D4-E3F691115F98}" type="pres">
      <dgm:prSet presAssocID="{9F936006-EF8B-4397-AE91-A1BB1EEC44E1}" presName="textRect" presStyleLbl="revTx" presStyleIdx="2" presStyleCnt="3" custLinFactY="30761" custLinFactNeighborY="100000">
        <dgm:presLayoutVars>
          <dgm:chMax val="1"/>
          <dgm:chPref val="1"/>
        </dgm:presLayoutVars>
      </dgm:prSet>
      <dgm:spPr/>
    </dgm:pt>
  </dgm:ptLst>
  <dgm:cxnLst>
    <dgm:cxn modelId="{CC1D8D38-6AEB-4E6F-B3E1-714A984F55B2}" type="presOf" srcId="{4676BAED-5B22-4B16-954F-84C22B1E1049}" destId="{61FFF4E4-E1CA-46BC-9E8D-A4D7C16D75A6}" srcOrd="0" destOrd="0" presId="urn:microsoft.com/office/officeart/2018/5/layout/IconCircleLabelList"/>
    <dgm:cxn modelId="{6093C13A-1E39-4C78-9078-23082E9503EF}" srcId="{4676BAED-5B22-4B16-954F-84C22B1E1049}" destId="{3646BBED-A3A3-4439-85D9-5C2A0352C173}" srcOrd="1" destOrd="0" parTransId="{49657F96-0C39-4EAD-9AC5-B610FDFB45DA}" sibTransId="{EC4FCF24-DF98-4CE7-BD3C-F940FA9564AB}"/>
    <dgm:cxn modelId="{D40B6963-A645-434F-B535-E6A711F029BA}" type="presOf" srcId="{9F936006-EF8B-4397-AE91-A1BB1EEC44E1}" destId="{5F44C681-1AA6-44A2-97D4-E3F691115F98}" srcOrd="0" destOrd="0" presId="urn:microsoft.com/office/officeart/2018/5/layout/IconCircleLabelList"/>
    <dgm:cxn modelId="{B8112853-81CA-48B9-B13D-7FFBA1B4E6D8}" srcId="{4676BAED-5B22-4B16-954F-84C22B1E1049}" destId="{9F936006-EF8B-4397-AE91-A1BB1EEC44E1}" srcOrd="2" destOrd="0" parTransId="{629D0384-BBB0-4B4B-8BF7-0B0237D2F102}" sibTransId="{59E76C74-73F8-4B22-8864-654E39EFE5FA}"/>
    <dgm:cxn modelId="{B31F2B78-DA20-4244-88B5-8F72F191F8FE}" srcId="{4676BAED-5B22-4B16-954F-84C22B1E1049}" destId="{BF777EC0-E19E-431F-8673-3590D600E378}" srcOrd="0" destOrd="0" parTransId="{F2BF2738-AAF1-4551-A114-8400A0BCC630}" sibTransId="{6EB4B7D8-BA43-4C04-82EE-C68DC72BA5DF}"/>
    <dgm:cxn modelId="{931DDCC3-6917-464C-9F62-34B79727E782}" type="presOf" srcId="{3646BBED-A3A3-4439-85D9-5C2A0352C173}" destId="{6AFEC256-B1A8-49EE-8842-6341BAC01A5B}" srcOrd="0" destOrd="0" presId="urn:microsoft.com/office/officeart/2018/5/layout/IconCircleLabelList"/>
    <dgm:cxn modelId="{88E750F6-778E-4C0D-BED2-E738CF2E9989}" type="presOf" srcId="{BF777EC0-E19E-431F-8673-3590D600E378}" destId="{0CA2F32D-AAF0-4785-A95C-D0A77FAAE84B}" srcOrd="0" destOrd="0" presId="urn:microsoft.com/office/officeart/2018/5/layout/IconCircleLabelList"/>
    <dgm:cxn modelId="{9B7FF697-724B-4CD1-AA14-D99A16A34B80}" type="presParOf" srcId="{61FFF4E4-E1CA-46BC-9E8D-A4D7C16D75A6}" destId="{24F3B4D7-6A6B-4C87-944B-B9F74FB18CF9}" srcOrd="0" destOrd="0" presId="urn:microsoft.com/office/officeart/2018/5/layout/IconCircleLabelList"/>
    <dgm:cxn modelId="{880091E6-B0DE-45DB-80DF-908A60172CF2}" type="presParOf" srcId="{24F3B4D7-6A6B-4C87-944B-B9F74FB18CF9}" destId="{2355C962-C633-43B6-8B72-F90AD9265282}" srcOrd="0" destOrd="0" presId="urn:microsoft.com/office/officeart/2018/5/layout/IconCircleLabelList"/>
    <dgm:cxn modelId="{33D4200E-654A-4A1E-91AF-4954BE7E8346}" type="presParOf" srcId="{24F3B4D7-6A6B-4C87-944B-B9F74FB18CF9}" destId="{4FC62C2A-3F7F-4AEF-874B-7C4141FEE4F9}" srcOrd="1" destOrd="0" presId="urn:microsoft.com/office/officeart/2018/5/layout/IconCircleLabelList"/>
    <dgm:cxn modelId="{6606EFFF-7F88-4E46-99FA-B7757F1572F9}" type="presParOf" srcId="{24F3B4D7-6A6B-4C87-944B-B9F74FB18CF9}" destId="{108157D3-99BC-4C33-BCB5-B83A82451F36}" srcOrd="2" destOrd="0" presId="urn:microsoft.com/office/officeart/2018/5/layout/IconCircleLabelList"/>
    <dgm:cxn modelId="{E6831D1C-0997-46B8-95B0-433701FA6985}" type="presParOf" srcId="{24F3B4D7-6A6B-4C87-944B-B9F74FB18CF9}" destId="{0CA2F32D-AAF0-4785-A95C-D0A77FAAE84B}" srcOrd="3" destOrd="0" presId="urn:microsoft.com/office/officeart/2018/5/layout/IconCircleLabelList"/>
    <dgm:cxn modelId="{F5FD3CA4-5D5C-466E-9123-291EC3197604}" type="presParOf" srcId="{61FFF4E4-E1CA-46BC-9E8D-A4D7C16D75A6}" destId="{F03527E0-9813-47AB-8CE7-574235A8B11B}" srcOrd="1" destOrd="0" presId="urn:microsoft.com/office/officeart/2018/5/layout/IconCircleLabelList"/>
    <dgm:cxn modelId="{E97D11E1-B2C4-4DFC-90C7-951F179DC1EB}" type="presParOf" srcId="{61FFF4E4-E1CA-46BC-9E8D-A4D7C16D75A6}" destId="{684DE905-85F9-4B3A-8C59-51137D6C6337}" srcOrd="2" destOrd="0" presId="urn:microsoft.com/office/officeart/2018/5/layout/IconCircleLabelList"/>
    <dgm:cxn modelId="{119C4C15-9898-4F07-9A63-DA891D5B7BE1}" type="presParOf" srcId="{684DE905-85F9-4B3A-8C59-51137D6C6337}" destId="{D7E22825-12F3-4D22-B3D6-41FB22B5C729}" srcOrd="0" destOrd="0" presId="urn:microsoft.com/office/officeart/2018/5/layout/IconCircleLabelList"/>
    <dgm:cxn modelId="{98420E76-103E-4702-9819-7EECFB6BD69E}" type="presParOf" srcId="{684DE905-85F9-4B3A-8C59-51137D6C6337}" destId="{D800BF96-D6A8-40D2-A8C5-8081A9A6DD8C}" srcOrd="1" destOrd="0" presId="urn:microsoft.com/office/officeart/2018/5/layout/IconCircleLabelList"/>
    <dgm:cxn modelId="{1B86B488-86D6-45BB-AB38-1076FE549B19}" type="presParOf" srcId="{684DE905-85F9-4B3A-8C59-51137D6C6337}" destId="{C98E12FF-898A-40A5-BD10-0A0907D672DD}" srcOrd="2" destOrd="0" presId="urn:microsoft.com/office/officeart/2018/5/layout/IconCircleLabelList"/>
    <dgm:cxn modelId="{4E23684C-192E-4C23-945D-B7DBDE38BAB3}" type="presParOf" srcId="{684DE905-85F9-4B3A-8C59-51137D6C6337}" destId="{6AFEC256-B1A8-49EE-8842-6341BAC01A5B}" srcOrd="3" destOrd="0" presId="urn:microsoft.com/office/officeart/2018/5/layout/IconCircleLabelList"/>
    <dgm:cxn modelId="{414EFB6C-0EF8-4C59-BED1-839686971857}" type="presParOf" srcId="{61FFF4E4-E1CA-46BC-9E8D-A4D7C16D75A6}" destId="{B5380850-666C-4D6A-B9C5-6E1C201F021A}" srcOrd="3" destOrd="0" presId="urn:microsoft.com/office/officeart/2018/5/layout/IconCircleLabelList"/>
    <dgm:cxn modelId="{5DD83166-2C8D-4A5A-8931-A179B2A5E7EA}" type="presParOf" srcId="{61FFF4E4-E1CA-46BC-9E8D-A4D7C16D75A6}" destId="{2FA60322-8AC6-4BF8-89C2-DAE89AC884E6}" srcOrd="4" destOrd="0" presId="urn:microsoft.com/office/officeart/2018/5/layout/IconCircleLabelList"/>
    <dgm:cxn modelId="{01E05299-0A0B-4A49-98FD-AB013AA7B037}" type="presParOf" srcId="{2FA60322-8AC6-4BF8-89C2-DAE89AC884E6}" destId="{601316F2-4C1B-43B4-A0B5-15E8A355F8B8}" srcOrd="0" destOrd="0" presId="urn:microsoft.com/office/officeart/2018/5/layout/IconCircleLabelList"/>
    <dgm:cxn modelId="{6430ED76-44B5-4414-B6CA-BC7F1F814F20}" type="presParOf" srcId="{2FA60322-8AC6-4BF8-89C2-DAE89AC884E6}" destId="{8A24D89A-AA02-4EB3-97FF-A028712C2B7B}" srcOrd="1" destOrd="0" presId="urn:microsoft.com/office/officeart/2018/5/layout/IconCircleLabelList"/>
    <dgm:cxn modelId="{B8F33D2B-369B-47E4-8FD5-642366F8C22C}" type="presParOf" srcId="{2FA60322-8AC6-4BF8-89C2-DAE89AC884E6}" destId="{2160C56F-E9A8-4BF3-A89E-73357C45E5AB}" srcOrd="2" destOrd="0" presId="urn:microsoft.com/office/officeart/2018/5/layout/IconCircleLabelList"/>
    <dgm:cxn modelId="{2DDC0B8E-7EEB-4FB7-9EF7-DCF103B79F48}" type="presParOf" srcId="{2FA60322-8AC6-4BF8-89C2-DAE89AC884E6}" destId="{5F44C681-1AA6-44A2-97D4-E3F691115F9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4A27131-8909-4106-ACC3-83916E85C10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DA61C0C-85E7-4B9C-B837-22101647D6C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ServerApplication: Ponto de entrada do servidor.</a:t>
          </a:r>
        </a:p>
      </dgm:t>
    </dgm:pt>
    <dgm:pt modelId="{DE79CD0D-82EA-48C5-8CEC-40C4973705D3}" type="parTrans" cxnId="{172965EB-AA92-40C9-B5FC-175B20332728}">
      <dgm:prSet/>
      <dgm:spPr/>
      <dgm:t>
        <a:bodyPr/>
        <a:lstStyle/>
        <a:p>
          <a:endParaRPr lang="en-US"/>
        </a:p>
      </dgm:t>
    </dgm:pt>
    <dgm:pt modelId="{717BE060-8139-487A-8F45-2863B3D250E4}" type="sibTrans" cxnId="{172965EB-AA92-40C9-B5FC-175B20332728}">
      <dgm:prSet/>
      <dgm:spPr/>
      <dgm:t>
        <a:bodyPr/>
        <a:lstStyle/>
        <a:p>
          <a:endParaRPr lang="en-US"/>
        </a:p>
      </dgm:t>
    </dgm:pt>
    <dgm:pt modelId="{333314A5-D9BB-4805-9135-A956D3551BB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ManagerDB: Realiza operações na base de dados SQLite.</a:t>
          </a:r>
        </a:p>
      </dgm:t>
    </dgm:pt>
    <dgm:pt modelId="{0A7F5106-D23A-4E28-B2C0-C194375AC931}" type="parTrans" cxnId="{FC9FA532-8FD0-4A32-B7C9-26B59CDA3EA3}">
      <dgm:prSet/>
      <dgm:spPr/>
      <dgm:t>
        <a:bodyPr/>
        <a:lstStyle/>
        <a:p>
          <a:endParaRPr lang="en-US"/>
        </a:p>
      </dgm:t>
    </dgm:pt>
    <dgm:pt modelId="{53C2B059-17C9-4D54-BC1F-73BAB7EC85AA}" type="sibTrans" cxnId="{FC9FA532-8FD0-4A32-B7C9-26B59CDA3EA3}">
      <dgm:prSet/>
      <dgm:spPr/>
      <dgm:t>
        <a:bodyPr/>
        <a:lstStyle/>
        <a:p>
          <a:endParaRPr lang="en-US"/>
        </a:p>
      </dgm:t>
    </dgm:pt>
    <dgm:pt modelId="{D6C2D334-7448-4275-BC58-095BE48A447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ExpenseController, UserController: APIs REST.</a:t>
          </a:r>
        </a:p>
      </dgm:t>
    </dgm:pt>
    <dgm:pt modelId="{EB43F7CE-9AC1-48EB-94AC-86C121801E9A}" type="parTrans" cxnId="{9BB8BB9E-CFF9-4245-8C13-567134184273}">
      <dgm:prSet/>
      <dgm:spPr/>
      <dgm:t>
        <a:bodyPr/>
        <a:lstStyle/>
        <a:p>
          <a:endParaRPr lang="en-US"/>
        </a:p>
      </dgm:t>
    </dgm:pt>
    <dgm:pt modelId="{4A16DE17-BE33-4AB8-AFCE-E0CED09CCBD0}" type="sibTrans" cxnId="{9BB8BB9E-CFF9-4245-8C13-567134184273}">
      <dgm:prSet/>
      <dgm:spPr/>
      <dgm:t>
        <a:bodyPr/>
        <a:lstStyle/>
        <a:p>
          <a:endParaRPr lang="en-US"/>
        </a:p>
      </dgm:t>
    </dgm:pt>
    <dgm:pt modelId="{35D0C2C7-FE2E-4D97-806A-DEC56E6D7D3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RMIServer: Implementa interfaces e gere clientes RMI.</a:t>
          </a:r>
        </a:p>
      </dgm:t>
    </dgm:pt>
    <dgm:pt modelId="{5538C641-5EBC-4FFC-82E9-4D9BD1B8E35B}" type="parTrans" cxnId="{CCD9F536-8BA4-4521-9B71-3405247AAF4B}">
      <dgm:prSet/>
      <dgm:spPr/>
      <dgm:t>
        <a:bodyPr/>
        <a:lstStyle/>
        <a:p>
          <a:endParaRPr lang="en-US"/>
        </a:p>
      </dgm:t>
    </dgm:pt>
    <dgm:pt modelId="{75EF4DC3-A83A-4F7B-9467-EC3CE7753155}" type="sibTrans" cxnId="{CCD9F536-8BA4-4521-9B71-3405247AAF4B}">
      <dgm:prSet/>
      <dgm:spPr/>
      <dgm:t>
        <a:bodyPr/>
        <a:lstStyle/>
        <a:p>
          <a:endParaRPr lang="en-US"/>
        </a:p>
      </dgm:t>
    </dgm:pt>
    <dgm:pt modelId="{AC857DE2-DFD4-41DE-8CAC-C4ABAFA9EC6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TokenService: Gera e valida tokens de autenticação.</a:t>
          </a:r>
        </a:p>
      </dgm:t>
    </dgm:pt>
    <dgm:pt modelId="{DA5E725A-4EE8-4000-882B-F70ADE367D2D}" type="parTrans" cxnId="{4902E0CC-BDC9-4261-AA7B-E6CD1AC4A79A}">
      <dgm:prSet/>
      <dgm:spPr/>
      <dgm:t>
        <a:bodyPr/>
        <a:lstStyle/>
        <a:p>
          <a:endParaRPr lang="en-US"/>
        </a:p>
      </dgm:t>
    </dgm:pt>
    <dgm:pt modelId="{C7F97CD5-4BEC-4B3A-BDFF-BF118F4881C8}" type="sibTrans" cxnId="{4902E0CC-BDC9-4261-AA7B-E6CD1AC4A79A}">
      <dgm:prSet/>
      <dgm:spPr/>
      <dgm:t>
        <a:bodyPr/>
        <a:lstStyle/>
        <a:p>
          <a:endParaRPr lang="en-US"/>
        </a:p>
      </dgm:t>
    </dgm:pt>
    <dgm:pt modelId="{B02A8E79-6CE4-4A39-A9ED-4A61E0F661A2}" type="pres">
      <dgm:prSet presAssocID="{84A27131-8909-4106-ACC3-83916E85C108}" presName="root" presStyleCnt="0">
        <dgm:presLayoutVars>
          <dgm:dir/>
          <dgm:resizeHandles val="exact"/>
        </dgm:presLayoutVars>
      </dgm:prSet>
      <dgm:spPr/>
    </dgm:pt>
    <dgm:pt modelId="{B6BAD9A0-AD42-48C2-8C1A-E276F4DFCC91}" type="pres">
      <dgm:prSet presAssocID="{0DA61C0C-85E7-4B9C-B837-22101647D6C1}" presName="compNode" presStyleCnt="0"/>
      <dgm:spPr/>
    </dgm:pt>
    <dgm:pt modelId="{3120C0CB-B1FA-47B0-B760-F8B673155F5A}" type="pres">
      <dgm:prSet presAssocID="{0DA61C0C-85E7-4B9C-B837-22101647D6C1}" presName="bgRect" presStyleLbl="bgShp" presStyleIdx="0" presStyleCnt="5"/>
      <dgm:spPr/>
    </dgm:pt>
    <dgm:pt modelId="{0FBBCED4-1A86-4B64-9565-BB3F0FCCBE89}" type="pres">
      <dgm:prSet presAssocID="{0DA61C0C-85E7-4B9C-B837-22101647D6C1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ibeiro"/>
        </a:ext>
      </dgm:extLst>
    </dgm:pt>
    <dgm:pt modelId="{4CCE5791-612A-4855-BB95-26A244D8D5AE}" type="pres">
      <dgm:prSet presAssocID="{0DA61C0C-85E7-4B9C-B837-22101647D6C1}" presName="spaceRect" presStyleCnt="0"/>
      <dgm:spPr/>
    </dgm:pt>
    <dgm:pt modelId="{1652E2A7-CE5F-4EB8-B9B1-50933797BE65}" type="pres">
      <dgm:prSet presAssocID="{0DA61C0C-85E7-4B9C-B837-22101647D6C1}" presName="parTx" presStyleLbl="revTx" presStyleIdx="0" presStyleCnt="5">
        <dgm:presLayoutVars>
          <dgm:chMax val="0"/>
          <dgm:chPref val="0"/>
        </dgm:presLayoutVars>
      </dgm:prSet>
      <dgm:spPr/>
    </dgm:pt>
    <dgm:pt modelId="{07586D63-D274-420F-927A-EE11E6D1EC23}" type="pres">
      <dgm:prSet presAssocID="{717BE060-8139-487A-8F45-2863B3D250E4}" presName="sibTrans" presStyleCnt="0"/>
      <dgm:spPr/>
    </dgm:pt>
    <dgm:pt modelId="{A5AE0380-FABF-4811-AE0A-01462371CE18}" type="pres">
      <dgm:prSet presAssocID="{333314A5-D9BB-4805-9135-A956D3551BB6}" presName="compNode" presStyleCnt="0"/>
      <dgm:spPr/>
    </dgm:pt>
    <dgm:pt modelId="{19DD0C4D-ACB4-4726-A8A3-8160EC7817C6}" type="pres">
      <dgm:prSet presAssocID="{333314A5-D9BB-4805-9135-A956D3551BB6}" presName="bgRect" presStyleLbl="bgShp" presStyleIdx="1" presStyleCnt="5"/>
      <dgm:spPr/>
    </dgm:pt>
    <dgm:pt modelId="{C2DB198C-8B1E-49CE-938B-2C1C57CAF8C2}" type="pres">
      <dgm:prSet presAssocID="{333314A5-D9BB-4805-9135-A956D3551BB6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idor"/>
        </a:ext>
      </dgm:extLst>
    </dgm:pt>
    <dgm:pt modelId="{3D603D10-0FCB-4E41-9F33-F850A985BCFE}" type="pres">
      <dgm:prSet presAssocID="{333314A5-D9BB-4805-9135-A956D3551BB6}" presName="spaceRect" presStyleCnt="0"/>
      <dgm:spPr/>
    </dgm:pt>
    <dgm:pt modelId="{B9DEE5B1-6D95-476E-859D-CD456C3935A8}" type="pres">
      <dgm:prSet presAssocID="{333314A5-D9BB-4805-9135-A956D3551BB6}" presName="parTx" presStyleLbl="revTx" presStyleIdx="1" presStyleCnt="5">
        <dgm:presLayoutVars>
          <dgm:chMax val="0"/>
          <dgm:chPref val="0"/>
        </dgm:presLayoutVars>
      </dgm:prSet>
      <dgm:spPr/>
    </dgm:pt>
    <dgm:pt modelId="{DA9A51E3-E77D-48F2-A758-4DEDF5C41F77}" type="pres">
      <dgm:prSet presAssocID="{53C2B059-17C9-4D54-BC1F-73BAB7EC85AA}" presName="sibTrans" presStyleCnt="0"/>
      <dgm:spPr/>
    </dgm:pt>
    <dgm:pt modelId="{A02B4E15-0670-472C-A081-B5213A70E04F}" type="pres">
      <dgm:prSet presAssocID="{D6C2D334-7448-4275-BC58-095BE48A4477}" presName="compNode" presStyleCnt="0"/>
      <dgm:spPr/>
    </dgm:pt>
    <dgm:pt modelId="{14CEAEB8-B7F0-49E7-BE9C-A8713CD7634C}" type="pres">
      <dgm:prSet presAssocID="{D6C2D334-7448-4275-BC58-095BE48A4477}" presName="bgRect" presStyleLbl="bgShp" presStyleIdx="2" presStyleCnt="5"/>
      <dgm:spPr/>
    </dgm:pt>
    <dgm:pt modelId="{CFF01DC8-1B17-43E6-AABB-2C9FE3F06609}" type="pres">
      <dgm:prSet presAssocID="{D6C2D334-7448-4275-BC58-095BE48A4477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9A2847F8-1414-4C96-808F-3FF312EA95BA}" type="pres">
      <dgm:prSet presAssocID="{D6C2D334-7448-4275-BC58-095BE48A4477}" presName="spaceRect" presStyleCnt="0"/>
      <dgm:spPr/>
    </dgm:pt>
    <dgm:pt modelId="{3519EF42-B1C6-47DC-93E6-E46A94ED2A2C}" type="pres">
      <dgm:prSet presAssocID="{D6C2D334-7448-4275-BC58-095BE48A4477}" presName="parTx" presStyleLbl="revTx" presStyleIdx="2" presStyleCnt="5">
        <dgm:presLayoutVars>
          <dgm:chMax val="0"/>
          <dgm:chPref val="0"/>
        </dgm:presLayoutVars>
      </dgm:prSet>
      <dgm:spPr/>
    </dgm:pt>
    <dgm:pt modelId="{ED515AB9-C251-4481-8CAB-3751C66525DE}" type="pres">
      <dgm:prSet presAssocID="{4A16DE17-BE33-4AB8-AFCE-E0CED09CCBD0}" presName="sibTrans" presStyleCnt="0"/>
      <dgm:spPr/>
    </dgm:pt>
    <dgm:pt modelId="{B60C7355-5831-4570-82A3-4DFFBB0E97D8}" type="pres">
      <dgm:prSet presAssocID="{35D0C2C7-FE2E-4D97-806A-DEC56E6D7D3E}" presName="compNode" presStyleCnt="0"/>
      <dgm:spPr/>
    </dgm:pt>
    <dgm:pt modelId="{BF6EBD66-2A67-470D-8A52-259EEE7D9EE9}" type="pres">
      <dgm:prSet presAssocID="{35D0C2C7-FE2E-4D97-806A-DEC56E6D7D3E}" presName="bgRect" presStyleLbl="bgShp" presStyleIdx="3" presStyleCnt="5"/>
      <dgm:spPr/>
    </dgm:pt>
    <dgm:pt modelId="{8D4D677E-DFA5-458B-8F9E-7BFFDE715E7F}" type="pres">
      <dgm:prSet presAssocID="{35D0C2C7-FE2E-4D97-806A-DEC56E6D7D3E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ô"/>
        </a:ext>
      </dgm:extLst>
    </dgm:pt>
    <dgm:pt modelId="{69C5A34E-7722-4534-BBBE-FB8EC4272E97}" type="pres">
      <dgm:prSet presAssocID="{35D0C2C7-FE2E-4D97-806A-DEC56E6D7D3E}" presName="spaceRect" presStyleCnt="0"/>
      <dgm:spPr/>
    </dgm:pt>
    <dgm:pt modelId="{2FB2E803-6BAB-4954-A283-357CDB1C3B2A}" type="pres">
      <dgm:prSet presAssocID="{35D0C2C7-FE2E-4D97-806A-DEC56E6D7D3E}" presName="parTx" presStyleLbl="revTx" presStyleIdx="3" presStyleCnt="5">
        <dgm:presLayoutVars>
          <dgm:chMax val="0"/>
          <dgm:chPref val="0"/>
        </dgm:presLayoutVars>
      </dgm:prSet>
      <dgm:spPr/>
    </dgm:pt>
    <dgm:pt modelId="{E5F19335-B6A5-4CD0-9FE8-DCC5793ADC4A}" type="pres">
      <dgm:prSet presAssocID="{75EF4DC3-A83A-4F7B-9467-EC3CE7753155}" presName="sibTrans" presStyleCnt="0"/>
      <dgm:spPr/>
    </dgm:pt>
    <dgm:pt modelId="{2D8BD2ED-7F5C-4FDE-8EE0-10B21C6F0387}" type="pres">
      <dgm:prSet presAssocID="{AC857DE2-DFD4-41DE-8CAC-C4ABAFA9EC62}" presName="compNode" presStyleCnt="0"/>
      <dgm:spPr/>
    </dgm:pt>
    <dgm:pt modelId="{B5F560E8-0921-4C68-BB0C-0C6E109931DB}" type="pres">
      <dgm:prSet presAssocID="{AC857DE2-DFD4-41DE-8CAC-C4ABAFA9EC62}" presName="bgRect" presStyleLbl="bgShp" presStyleIdx="4" presStyleCnt="5"/>
      <dgm:spPr/>
    </dgm:pt>
    <dgm:pt modelId="{49B6C2B0-16D0-48D2-A13D-1484745A0C89}" type="pres">
      <dgm:prSet presAssocID="{AC857DE2-DFD4-41DE-8CAC-C4ABAFA9EC62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sbloquear"/>
        </a:ext>
      </dgm:extLst>
    </dgm:pt>
    <dgm:pt modelId="{52D7340B-6C4A-4776-8560-360F2F426484}" type="pres">
      <dgm:prSet presAssocID="{AC857DE2-DFD4-41DE-8CAC-C4ABAFA9EC62}" presName="spaceRect" presStyleCnt="0"/>
      <dgm:spPr/>
    </dgm:pt>
    <dgm:pt modelId="{E3507EC7-0627-47DC-B085-87D6BD7DD24B}" type="pres">
      <dgm:prSet presAssocID="{AC857DE2-DFD4-41DE-8CAC-C4ABAFA9EC62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CEE93300-CA5E-4494-8C90-7A3C27437F6E}" type="presOf" srcId="{84A27131-8909-4106-ACC3-83916E85C108}" destId="{B02A8E79-6CE4-4A39-A9ED-4A61E0F661A2}" srcOrd="0" destOrd="0" presId="urn:microsoft.com/office/officeart/2018/2/layout/IconVerticalSolidList"/>
    <dgm:cxn modelId="{76813C23-1D12-4031-9F40-A293A3A4A30D}" type="presOf" srcId="{333314A5-D9BB-4805-9135-A956D3551BB6}" destId="{B9DEE5B1-6D95-476E-859D-CD456C3935A8}" srcOrd="0" destOrd="0" presId="urn:microsoft.com/office/officeart/2018/2/layout/IconVerticalSolidList"/>
    <dgm:cxn modelId="{FC9FA532-8FD0-4A32-B7C9-26B59CDA3EA3}" srcId="{84A27131-8909-4106-ACC3-83916E85C108}" destId="{333314A5-D9BB-4805-9135-A956D3551BB6}" srcOrd="1" destOrd="0" parTransId="{0A7F5106-D23A-4E28-B2C0-C194375AC931}" sibTransId="{53C2B059-17C9-4D54-BC1F-73BAB7EC85AA}"/>
    <dgm:cxn modelId="{CCD9F536-8BA4-4521-9B71-3405247AAF4B}" srcId="{84A27131-8909-4106-ACC3-83916E85C108}" destId="{35D0C2C7-FE2E-4D97-806A-DEC56E6D7D3E}" srcOrd="3" destOrd="0" parTransId="{5538C641-5EBC-4FFC-82E9-4D9BD1B8E35B}" sibTransId="{75EF4DC3-A83A-4F7B-9467-EC3CE7753155}"/>
    <dgm:cxn modelId="{9BB8BB9E-CFF9-4245-8C13-567134184273}" srcId="{84A27131-8909-4106-ACC3-83916E85C108}" destId="{D6C2D334-7448-4275-BC58-095BE48A4477}" srcOrd="2" destOrd="0" parTransId="{EB43F7CE-9AC1-48EB-94AC-86C121801E9A}" sibTransId="{4A16DE17-BE33-4AB8-AFCE-E0CED09CCBD0}"/>
    <dgm:cxn modelId="{2B44C8A5-EF3A-4587-98E8-BAF722F81C62}" type="presOf" srcId="{0DA61C0C-85E7-4B9C-B837-22101647D6C1}" destId="{1652E2A7-CE5F-4EB8-B9B1-50933797BE65}" srcOrd="0" destOrd="0" presId="urn:microsoft.com/office/officeart/2018/2/layout/IconVerticalSolidList"/>
    <dgm:cxn modelId="{FD6C03B2-9988-433E-9111-9303339EE622}" type="presOf" srcId="{D6C2D334-7448-4275-BC58-095BE48A4477}" destId="{3519EF42-B1C6-47DC-93E6-E46A94ED2A2C}" srcOrd="0" destOrd="0" presId="urn:microsoft.com/office/officeart/2018/2/layout/IconVerticalSolidList"/>
    <dgm:cxn modelId="{4902E0CC-BDC9-4261-AA7B-E6CD1AC4A79A}" srcId="{84A27131-8909-4106-ACC3-83916E85C108}" destId="{AC857DE2-DFD4-41DE-8CAC-C4ABAFA9EC62}" srcOrd="4" destOrd="0" parTransId="{DA5E725A-4EE8-4000-882B-F70ADE367D2D}" sibTransId="{C7F97CD5-4BEC-4B3A-BDFF-BF118F4881C8}"/>
    <dgm:cxn modelId="{172965EB-AA92-40C9-B5FC-175B20332728}" srcId="{84A27131-8909-4106-ACC3-83916E85C108}" destId="{0DA61C0C-85E7-4B9C-B837-22101647D6C1}" srcOrd="0" destOrd="0" parTransId="{DE79CD0D-82EA-48C5-8CEC-40C4973705D3}" sibTransId="{717BE060-8139-487A-8F45-2863B3D250E4}"/>
    <dgm:cxn modelId="{5D3A1FEC-8D61-4C8B-BCB3-3C4AFFD6BC0F}" type="presOf" srcId="{AC857DE2-DFD4-41DE-8CAC-C4ABAFA9EC62}" destId="{E3507EC7-0627-47DC-B085-87D6BD7DD24B}" srcOrd="0" destOrd="0" presId="urn:microsoft.com/office/officeart/2018/2/layout/IconVerticalSolidList"/>
    <dgm:cxn modelId="{A4EB21F1-D44B-4641-805C-0570F256A55C}" type="presOf" srcId="{35D0C2C7-FE2E-4D97-806A-DEC56E6D7D3E}" destId="{2FB2E803-6BAB-4954-A283-357CDB1C3B2A}" srcOrd="0" destOrd="0" presId="urn:microsoft.com/office/officeart/2018/2/layout/IconVerticalSolidList"/>
    <dgm:cxn modelId="{1DA694E6-FDC0-4A61-B920-F9F90F561073}" type="presParOf" srcId="{B02A8E79-6CE4-4A39-A9ED-4A61E0F661A2}" destId="{B6BAD9A0-AD42-48C2-8C1A-E276F4DFCC91}" srcOrd="0" destOrd="0" presId="urn:microsoft.com/office/officeart/2018/2/layout/IconVerticalSolidList"/>
    <dgm:cxn modelId="{6F391A07-2CFA-47C5-977F-F5EC7170F385}" type="presParOf" srcId="{B6BAD9A0-AD42-48C2-8C1A-E276F4DFCC91}" destId="{3120C0CB-B1FA-47B0-B760-F8B673155F5A}" srcOrd="0" destOrd="0" presId="urn:microsoft.com/office/officeart/2018/2/layout/IconVerticalSolidList"/>
    <dgm:cxn modelId="{B0DB9CD1-5284-4C77-88A2-C0AB83135814}" type="presParOf" srcId="{B6BAD9A0-AD42-48C2-8C1A-E276F4DFCC91}" destId="{0FBBCED4-1A86-4B64-9565-BB3F0FCCBE89}" srcOrd="1" destOrd="0" presId="urn:microsoft.com/office/officeart/2018/2/layout/IconVerticalSolidList"/>
    <dgm:cxn modelId="{687EDA87-7884-4A79-B193-5C59835432C1}" type="presParOf" srcId="{B6BAD9A0-AD42-48C2-8C1A-E276F4DFCC91}" destId="{4CCE5791-612A-4855-BB95-26A244D8D5AE}" srcOrd="2" destOrd="0" presId="urn:microsoft.com/office/officeart/2018/2/layout/IconVerticalSolidList"/>
    <dgm:cxn modelId="{4713087D-F155-44F2-8237-F05CD74D4786}" type="presParOf" srcId="{B6BAD9A0-AD42-48C2-8C1A-E276F4DFCC91}" destId="{1652E2A7-CE5F-4EB8-B9B1-50933797BE65}" srcOrd="3" destOrd="0" presId="urn:microsoft.com/office/officeart/2018/2/layout/IconVerticalSolidList"/>
    <dgm:cxn modelId="{4C6581A4-4A01-4F90-893C-B844F9BC7F5B}" type="presParOf" srcId="{B02A8E79-6CE4-4A39-A9ED-4A61E0F661A2}" destId="{07586D63-D274-420F-927A-EE11E6D1EC23}" srcOrd="1" destOrd="0" presId="urn:microsoft.com/office/officeart/2018/2/layout/IconVerticalSolidList"/>
    <dgm:cxn modelId="{143AC755-46DA-4232-BC7F-8422EB80CD8C}" type="presParOf" srcId="{B02A8E79-6CE4-4A39-A9ED-4A61E0F661A2}" destId="{A5AE0380-FABF-4811-AE0A-01462371CE18}" srcOrd="2" destOrd="0" presId="urn:microsoft.com/office/officeart/2018/2/layout/IconVerticalSolidList"/>
    <dgm:cxn modelId="{F3C308ED-EB2A-4F44-8F07-E8EB16A27F62}" type="presParOf" srcId="{A5AE0380-FABF-4811-AE0A-01462371CE18}" destId="{19DD0C4D-ACB4-4726-A8A3-8160EC7817C6}" srcOrd="0" destOrd="0" presId="urn:microsoft.com/office/officeart/2018/2/layout/IconVerticalSolidList"/>
    <dgm:cxn modelId="{1A676E01-829B-4EC8-BF49-D79C8A29E7F2}" type="presParOf" srcId="{A5AE0380-FABF-4811-AE0A-01462371CE18}" destId="{C2DB198C-8B1E-49CE-938B-2C1C57CAF8C2}" srcOrd="1" destOrd="0" presId="urn:microsoft.com/office/officeart/2018/2/layout/IconVerticalSolidList"/>
    <dgm:cxn modelId="{50665531-85C4-4A14-91E4-8FDF1C846433}" type="presParOf" srcId="{A5AE0380-FABF-4811-AE0A-01462371CE18}" destId="{3D603D10-0FCB-4E41-9F33-F850A985BCFE}" srcOrd="2" destOrd="0" presId="urn:microsoft.com/office/officeart/2018/2/layout/IconVerticalSolidList"/>
    <dgm:cxn modelId="{49B499D2-395F-4F6C-BAE1-1D4C1494C6FC}" type="presParOf" srcId="{A5AE0380-FABF-4811-AE0A-01462371CE18}" destId="{B9DEE5B1-6D95-476E-859D-CD456C3935A8}" srcOrd="3" destOrd="0" presId="urn:microsoft.com/office/officeart/2018/2/layout/IconVerticalSolidList"/>
    <dgm:cxn modelId="{1DEB8549-34E8-414F-BA74-49325F9BFA2B}" type="presParOf" srcId="{B02A8E79-6CE4-4A39-A9ED-4A61E0F661A2}" destId="{DA9A51E3-E77D-48F2-A758-4DEDF5C41F77}" srcOrd="3" destOrd="0" presId="urn:microsoft.com/office/officeart/2018/2/layout/IconVerticalSolidList"/>
    <dgm:cxn modelId="{D0CFC22B-2862-43C8-A110-390BDAF2CE74}" type="presParOf" srcId="{B02A8E79-6CE4-4A39-A9ED-4A61E0F661A2}" destId="{A02B4E15-0670-472C-A081-B5213A70E04F}" srcOrd="4" destOrd="0" presId="urn:microsoft.com/office/officeart/2018/2/layout/IconVerticalSolidList"/>
    <dgm:cxn modelId="{4D17F4A9-EFA8-4C93-8A33-8EC587FDCCBB}" type="presParOf" srcId="{A02B4E15-0670-472C-A081-B5213A70E04F}" destId="{14CEAEB8-B7F0-49E7-BE9C-A8713CD7634C}" srcOrd="0" destOrd="0" presId="urn:microsoft.com/office/officeart/2018/2/layout/IconVerticalSolidList"/>
    <dgm:cxn modelId="{E0F96FF6-8319-490A-9C47-CEC0A69D3F99}" type="presParOf" srcId="{A02B4E15-0670-472C-A081-B5213A70E04F}" destId="{CFF01DC8-1B17-43E6-AABB-2C9FE3F06609}" srcOrd="1" destOrd="0" presId="urn:microsoft.com/office/officeart/2018/2/layout/IconVerticalSolidList"/>
    <dgm:cxn modelId="{7C55EA09-3401-4314-8F38-E9D7D1B538DF}" type="presParOf" srcId="{A02B4E15-0670-472C-A081-B5213A70E04F}" destId="{9A2847F8-1414-4C96-808F-3FF312EA95BA}" srcOrd="2" destOrd="0" presId="urn:microsoft.com/office/officeart/2018/2/layout/IconVerticalSolidList"/>
    <dgm:cxn modelId="{7A545D43-6921-4CBA-AEC0-CF452C4FBA74}" type="presParOf" srcId="{A02B4E15-0670-472C-A081-B5213A70E04F}" destId="{3519EF42-B1C6-47DC-93E6-E46A94ED2A2C}" srcOrd="3" destOrd="0" presId="urn:microsoft.com/office/officeart/2018/2/layout/IconVerticalSolidList"/>
    <dgm:cxn modelId="{98AE3DA6-AF14-400F-8C34-B61A4983CE2D}" type="presParOf" srcId="{B02A8E79-6CE4-4A39-A9ED-4A61E0F661A2}" destId="{ED515AB9-C251-4481-8CAB-3751C66525DE}" srcOrd="5" destOrd="0" presId="urn:microsoft.com/office/officeart/2018/2/layout/IconVerticalSolidList"/>
    <dgm:cxn modelId="{A00CF480-152F-4274-AFF7-06FD76028FCB}" type="presParOf" srcId="{B02A8E79-6CE4-4A39-A9ED-4A61E0F661A2}" destId="{B60C7355-5831-4570-82A3-4DFFBB0E97D8}" srcOrd="6" destOrd="0" presId="urn:microsoft.com/office/officeart/2018/2/layout/IconVerticalSolidList"/>
    <dgm:cxn modelId="{5298B332-0F7A-4BB6-A216-25F632EC919F}" type="presParOf" srcId="{B60C7355-5831-4570-82A3-4DFFBB0E97D8}" destId="{BF6EBD66-2A67-470D-8A52-259EEE7D9EE9}" srcOrd="0" destOrd="0" presId="urn:microsoft.com/office/officeart/2018/2/layout/IconVerticalSolidList"/>
    <dgm:cxn modelId="{53A242F6-B261-4F20-B42D-4C33F0EEC5BC}" type="presParOf" srcId="{B60C7355-5831-4570-82A3-4DFFBB0E97D8}" destId="{8D4D677E-DFA5-458B-8F9E-7BFFDE715E7F}" srcOrd="1" destOrd="0" presId="urn:microsoft.com/office/officeart/2018/2/layout/IconVerticalSolidList"/>
    <dgm:cxn modelId="{0FEC2562-0508-430C-8B12-EB38BBFEAF47}" type="presParOf" srcId="{B60C7355-5831-4570-82A3-4DFFBB0E97D8}" destId="{69C5A34E-7722-4534-BBBE-FB8EC4272E97}" srcOrd="2" destOrd="0" presId="urn:microsoft.com/office/officeart/2018/2/layout/IconVerticalSolidList"/>
    <dgm:cxn modelId="{152CCB9C-F7FC-42B5-A1A7-D72FEBBBB7D8}" type="presParOf" srcId="{B60C7355-5831-4570-82A3-4DFFBB0E97D8}" destId="{2FB2E803-6BAB-4954-A283-357CDB1C3B2A}" srcOrd="3" destOrd="0" presId="urn:microsoft.com/office/officeart/2018/2/layout/IconVerticalSolidList"/>
    <dgm:cxn modelId="{61C49283-2200-4705-8D45-C0B655367F48}" type="presParOf" srcId="{B02A8E79-6CE4-4A39-A9ED-4A61E0F661A2}" destId="{E5F19335-B6A5-4CD0-9FE8-DCC5793ADC4A}" srcOrd="7" destOrd="0" presId="urn:microsoft.com/office/officeart/2018/2/layout/IconVerticalSolidList"/>
    <dgm:cxn modelId="{B87FF299-37A6-4294-95F1-6236020F75C8}" type="presParOf" srcId="{B02A8E79-6CE4-4A39-A9ED-4A61E0F661A2}" destId="{2D8BD2ED-7F5C-4FDE-8EE0-10B21C6F0387}" srcOrd="8" destOrd="0" presId="urn:microsoft.com/office/officeart/2018/2/layout/IconVerticalSolidList"/>
    <dgm:cxn modelId="{83E55FCA-5122-4197-BB0B-5B047AB3CE10}" type="presParOf" srcId="{2D8BD2ED-7F5C-4FDE-8EE0-10B21C6F0387}" destId="{B5F560E8-0921-4C68-BB0C-0C6E109931DB}" srcOrd="0" destOrd="0" presId="urn:microsoft.com/office/officeart/2018/2/layout/IconVerticalSolidList"/>
    <dgm:cxn modelId="{477E8AC7-547C-4965-AB1C-969AF3F5409A}" type="presParOf" srcId="{2D8BD2ED-7F5C-4FDE-8EE0-10B21C6F0387}" destId="{49B6C2B0-16D0-48D2-A13D-1484745A0C89}" srcOrd="1" destOrd="0" presId="urn:microsoft.com/office/officeart/2018/2/layout/IconVerticalSolidList"/>
    <dgm:cxn modelId="{5B1DAD8A-3645-48A5-8853-A747CFCAB510}" type="presParOf" srcId="{2D8BD2ED-7F5C-4FDE-8EE0-10B21C6F0387}" destId="{52D7340B-6C4A-4776-8560-360F2F426484}" srcOrd="2" destOrd="0" presId="urn:microsoft.com/office/officeart/2018/2/layout/IconVerticalSolidList"/>
    <dgm:cxn modelId="{83C64909-7B12-466B-8A75-76B108BDF8E2}" type="presParOf" srcId="{2D8BD2ED-7F5C-4FDE-8EE0-10B21C6F0387}" destId="{E3507EC7-0627-47DC-B085-87D6BD7DD24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13E5826-B735-4D4A-BD00-E69C4E85FE2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61CE2DB-5C53-466E-8B9E-56314C1CF4A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HttpClient: Responsável pelo envio de pedidos HTTP ao servidor.</a:t>
          </a:r>
        </a:p>
      </dgm:t>
    </dgm:pt>
    <dgm:pt modelId="{A34AF457-B0B7-46DA-9C23-2286D56D1357}" type="parTrans" cxnId="{EA34B8E4-98EA-40EF-BFFC-D5EBE256139C}">
      <dgm:prSet/>
      <dgm:spPr/>
      <dgm:t>
        <a:bodyPr/>
        <a:lstStyle/>
        <a:p>
          <a:endParaRPr lang="en-US"/>
        </a:p>
      </dgm:t>
    </dgm:pt>
    <dgm:pt modelId="{585B8AF2-E329-41F3-BB6D-070B96083F0F}" type="sibTrans" cxnId="{EA34B8E4-98EA-40EF-BFFC-D5EBE256139C}">
      <dgm:prSet/>
      <dgm:spPr/>
      <dgm:t>
        <a:bodyPr/>
        <a:lstStyle/>
        <a:p>
          <a:endParaRPr lang="en-US"/>
        </a:p>
      </dgm:t>
    </dgm:pt>
    <dgm:pt modelId="{F1E59C36-047E-4C7A-B453-3607F2841AF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AppHttp: Faz a gestão das interações do cliente HTTP com o servidor.</a:t>
          </a:r>
        </a:p>
      </dgm:t>
    </dgm:pt>
    <dgm:pt modelId="{00549D3C-EEDB-46B3-927A-56D0623B5165}" type="parTrans" cxnId="{0E74D66E-6ECD-45B9-B7F0-A315F3F3192C}">
      <dgm:prSet/>
      <dgm:spPr/>
      <dgm:t>
        <a:bodyPr/>
        <a:lstStyle/>
        <a:p>
          <a:endParaRPr lang="en-US"/>
        </a:p>
      </dgm:t>
    </dgm:pt>
    <dgm:pt modelId="{162C64B5-3A72-4A77-992C-4FC66D54B8D4}" type="sibTrans" cxnId="{0E74D66E-6ECD-45B9-B7F0-A315F3F3192C}">
      <dgm:prSet/>
      <dgm:spPr/>
      <dgm:t>
        <a:bodyPr/>
        <a:lstStyle/>
        <a:p>
          <a:endParaRPr lang="en-US"/>
        </a:p>
      </dgm:t>
    </dgm:pt>
    <dgm:pt modelId="{6C40CDE9-37BD-4D14-960E-91076119D6D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TokenManager: Lida com tokens para autenticação segura.</a:t>
          </a:r>
        </a:p>
      </dgm:t>
    </dgm:pt>
    <dgm:pt modelId="{59D557A4-22B5-4592-8627-A547B7366CA6}" type="parTrans" cxnId="{C42B42BE-E7FA-45AE-8CD4-EB9B4BD92CE9}">
      <dgm:prSet/>
      <dgm:spPr/>
      <dgm:t>
        <a:bodyPr/>
        <a:lstStyle/>
        <a:p>
          <a:endParaRPr lang="en-US"/>
        </a:p>
      </dgm:t>
    </dgm:pt>
    <dgm:pt modelId="{2EFB184F-7205-49BE-8495-9A4A490D0A9A}" type="sibTrans" cxnId="{C42B42BE-E7FA-45AE-8CD4-EB9B4BD92CE9}">
      <dgm:prSet/>
      <dgm:spPr/>
      <dgm:t>
        <a:bodyPr/>
        <a:lstStyle/>
        <a:p>
          <a:endParaRPr lang="en-US"/>
        </a:p>
      </dgm:t>
    </dgm:pt>
    <dgm:pt modelId="{D7BDF9C3-37FC-456D-B633-C6AB2AA90D7D}" type="pres">
      <dgm:prSet presAssocID="{513E5826-B735-4D4A-BD00-E69C4E85FE24}" presName="root" presStyleCnt="0">
        <dgm:presLayoutVars>
          <dgm:dir/>
          <dgm:resizeHandles val="exact"/>
        </dgm:presLayoutVars>
      </dgm:prSet>
      <dgm:spPr/>
    </dgm:pt>
    <dgm:pt modelId="{831552F2-09AC-4661-B182-30A53CA0B5D7}" type="pres">
      <dgm:prSet presAssocID="{361CE2DB-5C53-466E-8B9E-56314C1CF4A8}" presName="compNode" presStyleCnt="0"/>
      <dgm:spPr/>
    </dgm:pt>
    <dgm:pt modelId="{FC5F06CE-6A17-47F0-B1B2-1C41B51E8BE9}" type="pres">
      <dgm:prSet presAssocID="{361CE2DB-5C53-466E-8B9E-56314C1CF4A8}" presName="bgRect" presStyleLbl="bgShp" presStyleIdx="0" presStyleCnt="3"/>
      <dgm:spPr/>
    </dgm:pt>
    <dgm:pt modelId="{E9C924CD-6266-45F7-A254-C578644DEDCB}" type="pres">
      <dgm:prSet presAssocID="{361CE2DB-5C53-466E-8B9E-56314C1CF4A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idor"/>
        </a:ext>
      </dgm:extLst>
    </dgm:pt>
    <dgm:pt modelId="{8087CAF0-4667-4A97-9713-E988D8BF71FC}" type="pres">
      <dgm:prSet presAssocID="{361CE2DB-5C53-466E-8B9E-56314C1CF4A8}" presName="spaceRect" presStyleCnt="0"/>
      <dgm:spPr/>
    </dgm:pt>
    <dgm:pt modelId="{54F34D18-D01C-4CE5-B8B8-4847A5D87D4A}" type="pres">
      <dgm:prSet presAssocID="{361CE2DB-5C53-466E-8B9E-56314C1CF4A8}" presName="parTx" presStyleLbl="revTx" presStyleIdx="0" presStyleCnt="3">
        <dgm:presLayoutVars>
          <dgm:chMax val="0"/>
          <dgm:chPref val="0"/>
        </dgm:presLayoutVars>
      </dgm:prSet>
      <dgm:spPr/>
    </dgm:pt>
    <dgm:pt modelId="{6BA86ED6-6FD1-416B-82DC-06D80C240425}" type="pres">
      <dgm:prSet presAssocID="{585B8AF2-E329-41F3-BB6D-070B96083F0F}" presName="sibTrans" presStyleCnt="0"/>
      <dgm:spPr/>
    </dgm:pt>
    <dgm:pt modelId="{E68B2BFB-5FB5-4EC7-B6BF-35FBCB333033}" type="pres">
      <dgm:prSet presAssocID="{F1E59C36-047E-4C7A-B453-3607F2841AF5}" presName="compNode" presStyleCnt="0"/>
      <dgm:spPr/>
    </dgm:pt>
    <dgm:pt modelId="{4A2A6129-D4BD-4B6F-84E6-96C5FC4FE0E6}" type="pres">
      <dgm:prSet presAssocID="{F1E59C36-047E-4C7A-B453-3607F2841AF5}" presName="bgRect" presStyleLbl="bgShp" presStyleIdx="1" presStyleCnt="3"/>
      <dgm:spPr/>
    </dgm:pt>
    <dgm:pt modelId="{BE1774A7-43C3-4C0F-B64D-8B9A0B3325F8}" type="pres">
      <dgm:prSet presAssocID="{F1E59C36-047E-4C7A-B453-3607F2841AF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ador"/>
        </a:ext>
      </dgm:extLst>
    </dgm:pt>
    <dgm:pt modelId="{EA215F27-91B9-4F9C-8731-DBA9A6336DC8}" type="pres">
      <dgm:prSet presAssocID="{F1E59C36-047E-4C7A-B453-3607F2841AF5}" presName="spaceRect" presStyleCnt="0"/>
      <dgm:spPr/>
    </dgm:pt>
    <dgm:pt modelId="{63039E83-EA76-4F80-B38E-DC12E329FA32}" type="pres">
      <dgm:prSet presAssocID="{F1E59C36-047E-4C7A-B453-3607F2841AF5}" presName="parTx" presStyleLbl="revTx" presStyleIdx="1" presStyleCnt="3">
        <dgm:presLayoutVars>
          <dgm:chMax val="0"/>
          <dgm:chPref val="0"/>
        </dgm:presLayoutVars>
      </dgm:prSet>
      <dgm:spPr/>
    </dgm:pt>
    <dgm:pt modelId="{EF860203-DA1C-46C4-8768-C57E78A81D78}" type="pres">
      <dgm:prSet presAssocID="{162C64B5-3A72-4A77-992C-4FC66D54B8D4}" presName="sibTrans" presStyleCnt="0"/>
      <dgm:spPr/>
    </dgm:pt>
    <dgm:pt modelId="{5C732CDB-1E58-4704-982B-7E896757F7DB}" type="pres">
      <dgm:prSet presAssocID="{6C40CDE9-37BD-4D14-960E-91076119D6D7}" presName="compNode" presStyleCnt="0"/>
      <dgm:spPr/>
    </dgm:pt>
    <dgm:pt modelId="{2949861F-D967-432C-8EBF-7FD2B77A54C0}" type="pres">
      <dgm:prSet presAssocID="{6C40CDE9-37BD-4D14-960E-91076119D6D7}" presName="bgRect" presStyleLbl="bgShp" presStyleIdx="2" presStyleCnt="3"/>
      <dgm:spPr/>
    </dgm:pt>
    <dgm:pt modelId="{BE559B80-207C-4663-BC8C-A785C4E095EB}" type="pres">
      <dgm:prSet presAssocID="{6C40CDE9-37BD-4D14-960E-91076119D6D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sbloquear"/>
        </a:ext>
      </dgm:extLst>
    </dgm:pt>
    <dgm:pt modelId="{9EBA6155-973D-4C2A-909D-9580DAAF2B36}" type="pres">
      <dgm:prSet presAssocID="{6C40CDE9-37BD-4D14-960E-91076119D6D7}" presName="spaceRect" presStyleCnt="0"/>
      <dgm:spPr/>
    </dgm:pt>
    <dgm:pt modelId="{D0BC0555-FB20-44CA-80A9-22143467F069}" type="pres">
      <dgm:prSet presAssocID="{6C40CDE9-37BD-4D14-960E-91076119D6D7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1A981E15-FFB8-4875-86A0-4CE4F8716427}" type="presOf" srcId="{6C40CDE9-37BD-4D14-960E-91076119D6D7}" destId="{D0BC0555-FB20-44CA-80A9-22143467F069}" srcOrd="0" destOrd="0" presId="urn:microsoft.com/office/officeart/2018/2/layout/IconVerticalSolidList"/>
    <dgm:cxn modelId="{47AA2C1B-8067-4CB6-8F0A-5549AAE180CD}" type="presOf" srcId="{513E5826-B735-4D4A-BD00-E69C4E85FE24}" destId="{D7BDF9C3-37FC-456D-B633-C6AB2AA90D7D}" srcOrd="0" destOrd="0" presId="urn:microsoft.com/office/officeart/2018/2/layout/IconVerticalSolidList"/>
    <dgm:cxn modelId="{8FD9EA38-EE20-47C8-8C01-B1BEBE325F75}" type="presOf" srcId="{F1E59C36-047E-4C7A-B453-3607F2841AF5}" destId="{63039E83-EA76-4F80-B38E-DC12E329FA32}" srcOrd="0" destOrd="0" presId="urn:microsoft.com/office/officeart/2018/2/layout/IconVerticalSolidList"/>
    <dgm:cxn modelId="{0E74D66E-6ECD-45B9-B7F0-A315F3F3192C}" srcId="{513E5826-B735-4D4A-BD00-E69C4E85FE24}" destId="{F1E59C36-047E-4C7A-B453-3607F2841AF5}" srcOrd="1" destOrd="0" parTransId="{00549D3C-EEDB-46B3-927A-56D0623B5165}" sibTransId="{162C64B5-3A72-4A77-992C-4FC66D54B8D4}"/>
    <dgm:cxn modelId="{57A5B6A4-CF43-46EF-B0D3-7324D3BD79E6}" type="presOf" srcId="{361CE2DB-5C53-466E-8B9E-56314C1CF4A8}" destId="{54F34D18-D01C-4CE5-B8B8-4847A5D87D4A}" srcOrd="0" destOrd="0" presId="urn:microsoft.com/office/officeart/2018/2/layout/IconVerticalSolidList"/>
    <dgm:cxn modelId="{C42B42BE-E7FA-45AE-8CD4-EB9B4BD92CE9}" srcId="{513E5826-B735-4D4A-BD00-E69C4E85FE24}" destId="{6C40CDE9-37BD-4D14-960E-91076119D6D7}" srcOrd="2" destOrd="0" parTransId="{59D557A4-22B5-4592-8627-A547B7366CA6}" sibTransId="{2EFB184F-7205-49BE-8495-9A4A490D0A9A}"/>
    <dgm:cxn modelId="{EA34B8E4-98EA-40EF-BFFC-D5EBE256139C}" srcId="{513E5826-B735-4D4A-BD00-E69C4E85FE24}" destId="{361CE2DB-5C53-466E-8B9E-56314C1CF4A8}" srcOrd="0" destOrd="0" parTransId="{A34AF457-B0B7-46DA-9C23-2286D56D1357}" sibTransId="{585B8AF2-E329-41F3-BB6D-070B96083F0F}"/>
    <dgm:cxn modelId="{765F6175-F73F-4528-8805-7387B04E970D}" type="presParOf" srcId="{D7BDF9C3-37FC-456D-B633-C6AB2AA90D7D}" destId="{831552F2-09AC-4661-B182-30A53CA0B5D7}" srcOrd="0" destOrd="0" presId="urn:microsoft.com/office/officeart/2018/2/layout/IconVerticalSolidList"/>
    <dgm:cxn modelId="{DE7700C9-3959-4DBD-997B-4457FF0065F8}" type="presParOf" srcId="{831552F2-09AC-4661-B182-30A53CA0B5D7}" destId="{FC5F06CE-6A17-47F0-B1B2-1C41B51E8BE9}" srcOrd="0" destOrd="0" presId="urn:microsoft.com/office/officeart/2018/2/layout/IconVerticalSolidList"/>
    <dgm:cxn modelId="{44B0988F-873E-4D61-8B5E-2FE4FA0B928F}" type="presParOf" srcId="{831552F2-09AC-4661-B182-30A53CA0B5D7}" destId="{E9C924CD-6266-45F7-A254-C578644DEDCB}" srcOrd="1" destOrd="0" presId="urn:microsoft.com/office/officeart/2018/2/layout/IconVerticalSolidList"/>
    <dgm:cxn modelId="{80218AAA-0656-4777-A33F-AF33E61BAF62}" type="presParOf" srcId="{831552F2-09AC-4661-B182-30A53CA0B5D7}" destId="{8087CAF0-4667-4A97-9713-E988D8BF71FC}" srcOrd="2" destOrd="0" presId="urn:microsoft.com/office/officeart/2018/2/layout/IconVerticalSolidList"/>
    <dgm:cxn modelId="{BF3DB054-0595-4826-827A-3D5DEECBEB12}" type="presParOf" srcId="{831552F2-09AC-4661-B182-30A53CA0B5D7}" destId="{54F34D18-D01C-4CE5-B8B8-4847A5D87D4A}" srcOrd="3" destOrd="0" presId="urn:microsoft.com/office/officeart/2018/2/layout/IconVerticalSolidList"/>
    <dgm:cxn modelId="{E18CC33F-4BBD-40BA-A43E-FD0E723F6D23}" type="presParOf" srcId="{D7BDF9C3-37FC-456D-B633-C6AB2AA90D7D}" destId="{6BA86ED6-6FD1-416B-82DC-06D80C240425}" srcOrd="1" destOrd="0" presId="urn:microsoft.com/office/officeart/2018/2/layout/IconVerticalSolidList"/>
    <dgm:cxn modelId="{4EA943FE-F1A5-40A3-A0C5-0748CD8F2DFF}" type="presParOf" srcId="{D7BDF9C3-37FC-456D-B633-C6AB2AA90D7D}" destId="{E68B2BFB-5FB5-4EC7-B6BF-35FBCB333033}" srcOrd="2" destOrd="0" presId="urn:microsoft.com/office/officeart/2018/2/layout/IconVerticalSolidList"/>
    <dgm:cxn modelId="{0DD89886-8CC9-4F6F-987A-01BFBCE43102}" type="presParOf" srcId="{E68B2BFB-5FB5-4EC7-B6BF-35FBCB333033}" destId="{4A2A6129-D4BD-4B6F-84E6-96C5FC4FE0E6}" srcOrd="0" destOrd="0" presId="urn:microsoft.com/office/officeart/2018/2/layout/IconVerticalSolidList"/>
    <dgm:cxn modelId="{F571361A-108A-4A2D-8F45-88783E222602}" type="presParOf" srcId="{E68B2BFB-5FB5-4EC7-B6BF-35FBCB333033}" destId="{BE1774A7-43C3-4C0F-B64D-8B9A0B3325F8}" srcOrd="1" destOrd="0" presId="urn:microsoft.com/office/officeart/2018/2/layout/IconVerticalSolidList"/>
    <dgm:cxn modelId="{54CC8E5B-3AAD-4C9A-8504-97FF3B41BC16}" type="presParOf" srcId="{E68B2BFB-5FB5-4EC7-B6BF-35FBCB333033}" destId="{EA215F27-91B9-4F9C-8731-DBA9A6336DC8}" srcOrd="2" destOrd="0" presId="urn:microsoft.com/office/officeart/2018/2/layout/IconVerticalSolidList"/>
    <dgm:cxn modelId="{8D4EF110-90C8-4D8B-A81D-1D7789F2B0C3}" type="presParOf" srcId="{E68B2BFB-5FB5-4EC7-B6BF-35FBCB333033}" destId="{63039E83-EA76-4F80-B38E-DC12E329FA32}" srcOrd="3" destOrd="0" presId="urn:microsoft.com/office/officeart/2018/2/layout/IconVerticalSolidList"/>
    <dgm:cxn modelId="{5AF4CCC9-8085-4C24-86D0-0F55D95F0590}" type="presParOf" srcId="{D7BDF9C3-37FC-456D-B633-C6AB2AA90D7D}" destId="{EF860203-DA1C-46C4-8768-C57E78A81D78}" srcOrd="3" destOrd="0" presId="urn:microsoft.com/office/officeart/2018/2/layout/IconVerticalSolidList"/>
    <dgm:cxn modelId="{F82E204E-FA9C-47C7-AD14-249D48128B9E}" type="presParOf" srcId="{D7BDF9C3-37FC-456D-B633-C6AB2AA90D7D}" destId="{5C732CDB-1E58-4704-982B-7E896757F7DB}" srcOrd="4" destOrd="0" presId="urn:microsoft.com/office/officeart/2018/2/layout/IconVerticalSolidList"/>
    <dgm:cxn modelId="{223FDC31-9D0D-4D45-8D23-F067036E06AE}" type="presParOf" srcId="{5C732CDB-1E58-4704-982B-7E896757F7DB}" destId="{2949861F-D967-432C-8EBF-7FD2B77A54C0}" srcOrd="0" destOrd="0" presId="urn:microsoft.com/office/officeart/2018/2/layout/IconVerticalSolidList"/>
    <dgm:cxn modelId="{07BE53B9-F20F-41F8-8068-55D1F11E5F04}" type="presParOf" srcId="{5C732CDB-1E58-4704-982B-7E896757F7DB}" destId="{BE559B80-207C-4663-BC8C-A785C4E095EB}" srcOrd="1" destOrd="0" presId="urn:microsoft.com/office/officeart/2018/2/layout/IconVerticalSolidList"/>
    <dgm:cxn modelId="{AEB8FC17-B1E0-48BB-A157-306509A53C6D}" type="presParOf" srcId="{5C732CDB-1E58-4704-982B-7E896757F7DB}" destId="{9EBA6155-973D-4C2A-909D-9580DAAF2B36}" srcOrd="2" destOrd="0" presId="urn:microsoft.com/office/officeart/2018/2/layout/IconVerticalSolidList"/>
    <dgm:cxn modelId="{DC24665A-6C2D-420B-AA95-673C755F6AE8}" type="presParOf" srcId="{5C732CDB-1E58-4704-982B-7E896757F7DB}" destId="{D0BC0555-FB20-44CA-80A9-22143467F06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FEBEA00-BFBA-4C89-B76F-E0615F8A26E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2_2" csCatId="accent2" phldr="1"/>
      <dgm:spPr/>
      <dgm:t>
        <a:bodyPr/>
        <a:lstStyle/>
        <a:p>
          <a:endParaRPr lang="en-US"/>
        </a:p>
      </dgm:t>
    </dgm:pt>
    <dgm:pt modelId="{DEAB30ED-7066-404F-B0B3-1AD68A739642}">
      <dgm:prSet/>
      <dgm:spPr/>
      <dgm:t>
        <a:bodyPr/>
        <a:lstStyle/>
        <a:p>
          <a:r>
            <a:rPr lang="en-US" dirty="0"/>
            <a:t>- </a:t>
          </a:r>
          <a:r>
            <a:rPr lang="en-US" dirty="0" err="1"/>
            <a:t>RMIClient</a:t>
          </a:r>
          <a:r>
            <a:rPr lang="en-US" dirty="0"/>
            <a:t>: Faz a </a:t>
          </a:r>
          <a:r>
            <a:rPr lang="en-US" dirty="0" err="1"/>
            <a:t>gestão</a:t>
          </a:r>
          <a:r>
            <a:rPr lang="en-US" dirty="0"/>
            <a:t> da </a:t>
          </a:r>
          <a:r>
            <a:rPr lang="en-US" dirty="0" err="1"/>
            <a:t>conexão</a:t>
          </a:r>
          <a:r>
            <a:rPr lang="en-US" dirty="0"/>
            <a:t> RMI com o </a:t>
          </a:r>
          <a:r>
            <a:rPr lang="en-US" dirty="0" err="1"/>
            <a:t>servidor</a:t>
          </a:r>
          <a:r>
            <a:rPr lang="en-US" dirty="0"/>
            <a:t>.</a:t>
          </a:r>
        </a:p>
      </dgm:t>
    </dgm:pt>
    <dgm:pt modelId="{7EBF2D1D-5E79-4983-A80E-B0D3E48C5FFD}" type="parTrans" cxnId="{45BD2D7A-0FD2-48BC-91B7-A19E06E07600}">
      <dgm:prSet/>
      <dgm:spPr/>
      <dgm:t>
        <a:bodyPr/>
        <a:lstStyle/>
        <a:p>
          <a:endParaRPr lang="en-US"/>
        </a:p>
      </dgm:t>
    </dgm:pt>
    <dgm:pt modelId="{7D62D75F-3C6E-421D-A8A1-689FD799AD8E}" type="sibTrans" cxnId="{45BD2D7A-0FD2-48BC-91B7-A19E06E07600}">
      <dgm:prSet/>
      <dgm:spPr/>
      <dgm:t>
        <a:bodyPr/>
        <a:lstStyle/>
        <a:p>
          <a:endParaRPr lang="en-US"/>
        </a:p>
      </dgm:t>
    </dgm:pt>
    <dgm:pt modelId="{58935A57-8842-464A-969A-F6EE128FEE87}">
      <dgm:prSet/>
      <dgm:spPr/>
      <dgm:t>
        <a:bodyPr/>
        <a:lstStyle/>
        <a:p>
          <a:r>
            <a:rPr lang="en-US" dirty="0"/>
            <a:t>- </a:t>
          </a:r>
          <a:r>
            <a:rPr lang="en-US" dirty="0" err="1"/>
            <a:t>AppRMI</a:t>
          </a:r>
          <a:r>
            <a:rPr lang="en-US" dirty="0"/>
            <a:t>: Ponto de entrada para </a:t>
          </a:r>
          <a:r>
            <a:rPr lang="en-US" dirty="0" err="1"/>
            <a:t>interações</a:t>
          </a:r>
          <a:r>
            <a:rPr lang="en-US" dirty="0"/>
            <a:t> RMI no </a:t>
          </a:r>
          <a:r>
            <a:rPr lang="en-US" dirty="0" err="1"/>
            <a:t>cliente</a:t>
          </a:r>
          <a:r>
            <a:rPr lang="en-US" dirty="0"/>
            <a:t>.</a:t>
          </a:r>
        </a:p>
      </dgm:t>
    </dgm:pt>
    <dgm:pt modelId="{2E8E11DF-0285-4F06-A8C8-6D1F4B3FE245}" type="parTrans" cxnId="{4FBBCC9E-C76A-4A25-A676-18EA07545ADB}">
      <dgm:prSet/>
      <dgm:spPr/>
      <dgm:t>
        <a:bodyPr/>
        <a:lstStyle/>
        <a:p>
          <a:endParaRPr lang="en-US"/>
        </a:p>
      </dgm:t>
    </dgm:pt>
    <dgm:pt modelId="{6F9CD87D-E23B-4A7E-8F1D-89E7C76D8978}" type="sibTrans" cxnId="{4FBBCC9E-C76A-4A25-A676-18EA07545ADB}">
      <dgm:prSet/>
      <dgm:spPr/>
      <dgm:t>
        <a:bodyPr/>
        <a:lstStyle/>
        <a:p>
          <a:endParaRPr lang="en-US"/>
        </a:p>
      </dgm:t>
    </dgm:pt>
    <dgm:pt modelId="{BE315257-7C57-42FD-90EB-4826F2F9F49F}">
      <dgm:prSet/>
      <dgm:spPr/>
      <dgm:t>
        <a:bodyPr/>
        <a:lstStyle/>
        <a:p>
          <a:r>
            <a:rPr lang="en-US" dirty="0"/>
            <a:t>- </a:t>
          </a:r>
          <a:r>
            <a:rPr lang="en-US" dirty="0" err="1"/>
            <a:t>AsyncServerListener</a:t>
          </a:r>
          <a:r>
            <a:rPr lang="en-US" dirty="0"/>
            <a:t>: </a:t>
          </a:r>
          <a:r>
            <a:rPr lang="en-US" dirty="0" err="1"/>
            <a:t>Recebe</a:t>
          </a:r>
          <a:r>
            <a:rPr lang="en-US" dirty="0"/>
            <a:t> </a:t>
          </a:r>
          <a:r>
            <a:rPr lang="en-US" dirty="0" err="1"/>
            <a:t>notificações</a:t>
          </a:r>
          <a:r>
            <a:rPr lang="en-US" dirty="0"/>
            <a:t> </a:t>
          </a:r>
          <a:r>
            <a:rPr lang="en-US" dirty="0" err="1"/>
            <a:t>assíncronas</a:t>
          </a:r>
          <a:r>
            <a:rPr lang="en-US" dirty="0"/>
            <a:t> do </a:t>
          </a:r>
          <a:r>
            <a:rPr lang="en-US" dirty="0" err="1"/>
            <a:t>servidor</a:t>
          </a:r>
          <a:r>
            <a:rPr lang="en-US" dirty="0"/>
            <a:t>.</a:t>
          </a:r>
        </a:p>
      </dgm:t>
    </dgm:pt>
    <dgm:pt modelId="{1F829F7D-B6A3-4EA5-9E71-E088A402CFB7}" type="parTrans" cxnId="{C0341D26-B997-4333-9E37-0C498EA72EE8}">
      <dgm:prSet/>
      <dgm:spPr/>
      <dgm:t>
        <a:bodyPr/>
        <a:lstStyle/>
        <a:p>
          <a:endParaRPr lang="en-US"/>
        </a:p>
      </dgm:t>
    </dgm:pt>
    <dgm:pt modelId="{9F7A180A-626F-456D-8B65-DDC2A8737993}" type="sibTrans" cxnId="{C0341D26-B997-4333-9E37-0C498EA72EE8}">
      <dgm:prSet/>
      <dgm:spPr/>
      <dgm:t>
        <a:bodyPr/>
        <a:lstStyle/>
        <a:p>
          <a:endParaRPr lang="en-US"/>
        </a:p>
      </dgm:t>
    </dgm:pt>
    <dgm:pt modelId="{259C5F08-71A6-4AD7-9787-8791BA27D1F7}" type="pres">
      <dgm:prSet presAssocID="{6FEBEA00-BFBA-4C89-B76F-E0615F8A26EC}" presName="root" presStyleCnt="0">
        <dgm:presLayoutVars>
          <dgm:dir/>
          <dgm:resizeHandles val="exact"/>
        </dgm:presLayoutVars>
      </dgm:prSet>
      <dgm:spPr/>
    </dgm:pt>
    <dgm:pt modelId="{2C535D64-C6BD-43D3-9E29-B25259DB4DA3}" type="pres">
      <dgm:prSet presAssocID="{DEAB30ED-7066-404F-B0B3-1AD68A739642}" presName="compNode" presStyleCnt="0"/>
      <dgm:spPr/>
    </dgm:pt>
    <dgm:pt modelId="{29FAD53F-C986-49E2-A300-0BCF7DB89A89}" type="pres">
      <dgm:prSet presAssocID="{DEAB30ED-7066-404F-B0B3-1AD68A739642}" presName="bgRect" presStyleLbl="bgShp" presStyleIdx="0" presStyleCnt="3"/>
      <dgm:spPr/>
    </dgm:pt>
    <dgm:pt modelId="{B72869DF-CB8F-4596-B8A3-AE69A6BD27F1}" type="pres">
      <dgm:prSet presAssocID="{DEAB30ED-7066-404F-B0B3-1AD68A73964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ocial Network"/>
        </a:ext>
      </dgm:extLst>
    </dgm:pt>
    <dgm:pt modelId="{9EEE1608-CA3C-47AD-B993-FC2BEE1EF752}" type="pres">
      <dgm:prSet presAssocID="{DEAB30ED-7066-404F-B0B3-1AD68A739642}" presName="spaceRect" presStyleCnt="0"/>
      <dgm:spPr/>
    </dgm:pt>
    <dgm:pt modelId="{78013DCB-896A-433A-8171-FB9BA58D7622}" type="pres">
      <dgm:prSet presAssocID="{DEAB30ED-7066-404F-B0B3-1AD68A739642}" presName="parTx" presStyleLbl="revTx" presStyleIdx="0" presStyleCnt="3">
        <dgm:presLayoutVars>
          <dgm:chMax val="0"/>
          <dgm:chPref val="0"/>
        </dgm:presLayoutVars>
      </dgm:prSet>
      <dgm:spPr/>
    </dgm:pt>
    <dgm:pt modelId="{D345D979-2F9F-4FC6-98B5-2FDE474B5D07}" type="pres">
      <dgm:prSet presAssocID="{7D62D75F-3C6E-421D-A8A1-689FD799AD8E}" presName="sibTrans" presStyleCnt="0"/>
      <dgm:spPr/>
    </dgm:pt>
    <dgm:pt modelId="{02D600BB-A77B-44F9-B1DA-D4A52929C0C6}" type="pres">
      <dgm:prSet presAssocID="{58935A57-8842-464A-969A-F6EE128FEE87}" presName="compNode" presStyleCnt="0"/>
      <dgm:spPr/>
    </dgm:pt>
    <dgm:pt modelId="{EA179057-6792-4EC3-A37D-FABAE650EDA5}" type="pres">
      <dgm:prSet presAssocID="{58935A57-8842-464A-969A-F6EE128FEE87}" presName="bgRect" presStyleLbl="bgShp" presStyleIdx="1" presStyleCnt="3"/>
      <dgm:spPr/>
    </dgm:pt>
    <dgm:pt modelId="{E207CBB9-CDCB-40F0-86D8-D60F077D8497}" type="pres">
      <dgm:prSet presAssocID="{58935A57-8842-464A-969A-F6EE128FEE8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inde"/>
        </a:ext>
      </dgm:extLst>
    </dgm:pt>
    <dgm:pt modelId="{F1172A3A-B878-4E5E-91C9-0D9FC8050D48}" type="pres">
      <dgm:prSet presAssocID="{58935A57-8842-464A-969A-F6EE128FEE87}" presName="spaceRect" presStyleCnt="0"/>
      <dgm:spPr/>
    </dgm:pt>
    <dgm:pt modelId="{859DAEBE-EF57-414C-BEC3-AF8D4A18CE9F}" type="pres">
      <dgm:prSet presAssocID="{58935A57-8842-464A-969A-F6EE128FEE87}" presName="parTx" presStyleLbl="revTx" presStyleIdx="1" presStyleCnt="3">
        <dgm:presLayoutVars>
          <dgm:chMax val="0"/>
          <dgm:chPref val="0"/>
        </dgm:presLayoutVars>
      </dgm:prSet>
      <dgm:spPr/>
    </dgm:pt>
    <dgm:pt modelId="{ED3345DA-3539-424E-AE28-8A52E84B53D2}" type="pres">
      <dgm:prSet presAssocID="{6F9CD87D-E23B-4A7E-8F1D-89E7C76D8978}" presName="sibTrans" presStyleCnt="0"/>
      <dgm:spPr/>
    </dgm:pt>
    <dgm:pt modelId="{F0809E58-4E3F-48E2-81BA-98840AC818A0}" type="pres">
      <dgm:prSet presAssocID="{BE315257-7C57-42FD-90EB-4826F2F9F49F}" presName="compNode" presStyleCnt="0"/>
      <dgm:spPr/>
    </dgm:pt>
    <dgm:pt modelId="{A68EB704-2279-430B-894F-4F70626693CA}" type="pres">
      <dgm:prSet presAssocID="{BE315257-7C57-42FD-90EB-4826F2F9F49F}" presName="bgRect" presStyleLbl="bgShp" presStyleIdx="2" presStyleCnt="3"/>
      <dgm:spPr/>
    </dgm:pt>
    <dgm:pt modelId="{05694F73-6A21-4777-BC9D-6DDD5FD7DE10}" type="pres">
      <dgm:prSet presAssocID="{BE315257-7C57-42FD-90EB-4826F2F9F49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uva"/>
        </a:ext>
      </dgm:extLst>
    </dgm:pt>
    <dgm:pt modelId="{75F80079-0061-4B1B-9D8C-4522FF49E753}" type="pres">
      <dgm:prSet presAssocID="{BE315257-7C57-42FD-90EB-4826F2F9F49F}" presName="spaceRect" presStyleCnt="0"/>
      <dgm:spPr/>
    </dgm:pt>
    <dgm:pt modelId="{394DF555-D3D5-4F30-8EF5-393B389276DC}" type="pres">
      <dgm:prSet presAssocID="{BE315257-7C57-42FD-90EB-4826F2F9F49F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6D90C1A-32CF-472F-8224-2D8998C4693E}" type="presOf" srcId="{58935A57-8842-464A-969A-F6EE128FEE87}" destId="{859DAEBE-EF57-414C-BEC3-AF8D4A18CE9F}" srcOrd="0" destOrd="0" presId="urn:microsoft.com/office/officeart/2018/2/layout/IconVerticalSolidList"/>
    <dgm:cxn modelId="{C0341D26-B997-4333-9E37-0C498EA72EE8}" srcId="{6FEBEA00-BFBA-4C89-B76F-E0615F8A26EC}" destId="{BE315257-7C57-42FD-90EB-4826F2F9F49F}" srcOrd="2" destOrd="0" parTransId="{1F829F7D-B6A3-4EA5-9E71-E088A402CFB7}" sibTransId="{9F7A180A-626F-456D-8B65-DDC2A8737993}"/>
    <dgm:cxn modelId="{70213537-8695-4A3E-AD42-8F9162BCDBC7}" type="presOf" srcId="{6FEBEA00-BFBA-4C89-B76F-E0615F8A26EC}" destId="{259C5F08-71A6-4AD7-9787-8791BA27D1F7}" srcOrd="0" destOrd="0" presId="urn:microsoft.com/office/officeart/2018/2/layout/IconVerticalSolidList"/>
    <dgm:cxn modelId="{45BD2D7A-0FD2-48BC-91B7-A19E06E07600}" srcId="{6FEBEA00-BFBA-4C89-B76F-E0615F8A26EC}" destId="{DEAB30ED-7066-404F-B0B3-1AD68A739642}" srcOrd="0" destOrd="0" parTransId="{7EBF2D1D-5E79-4983-A80E-B0D3E48C5FFD}" sibTransId="{7D62D75F-3C6E-421D-A8A1-689FD799AD8E}"/>
    <dgm:cxn modelId="{8F641A89-5D6D-442D-B5E9-57967C3F3045}" type="presOf" srcId="{BE315257-7C57-42FD-90EB-4826F2F9F49F}" destId="{394DF555-D3D5-4F30-8EF5-393B389276DC}" srcOrd="0" destOrd="0" presId="urn:microsoft.com/office/officeart/2018/2/layout/IconVerticalSolidList"/>
    <dgm:cxn modelId="{4FBBCC9E-C76A-4A25-A676-18EA07545ADB}" srcId="{6FEBEA00-BFBA-4C89-B76F-E0615F8A26EC}" destId="{58935A57-8842-464A-969A-F6EE128FEE87}" srcOrd="1" destOrd="0" parTransId="{2E8E11DF-0285-4F06-A8C8-6D1F4B3FE245}" sibTransId="{6F9CD87D-E23B-4A7E-8F1D-89E7C76D8978}"/>
    <dgm:cxn modelId="{9746F3CF-0B6B-4A94-AC60-DC0509C270A8}" type="presOf" srcId="{DEAB30ED-7066-404F-B0B3-1AD68A739642}" destId="{78013DCB-896A-433A-8171-FB9BA58D7622}" srcOrd="0" destOrd="0" presId="urn:microsoft.com/office/officeart/2018/2/layout/IconVerticalSolidList"/>
    <dgm:cxn modelId="{7CFA4838-47A3-4E8E-98FB-FB1E88194F99}" type="presParOf" srcId="{259C5F08-71A6-4AD7-9787-8791BA27D1F7}" destId="{2C535D64-C6BD-43D3-9E29-B25259DB4DA3}" srcOrd="0" destOrd="0" presId="urn:microsoft.com/office/officeart/2018/2/layout/IconVerticalSolidList"/>
    <dgm:cxn modelId="{FD467C90-1F68-4490-8BC5-12C227E2CC51}" type="presParOf" srcId="{2C535D64-C6BD-43D3-9E29-B25259DB4DA3}" destId="{29FAD53F-C986-49E2-A300-0BCF7DB89A89}" srcOrd="0" destOrd="0" presId="urn:microsoft.com/office/officeart/2018/2/layout/IconVerticalSolidList"/>
    <dgm:cxn modelId="{9265085F-BA2D-41A4-A252-5B065484FF74}" type="presParOf" srcId="{2C535D64-C6BD-43D3-9E29-B25259DB4DA3}" destId="{B72869DF-CB8F-4596-B8A3-AE69A6BD27F1}" srcOrd="1" destOrd="0" presId="urn:microsoft.com/office/officeart/2018/2/layout/IconVerticalSolidList"/>
    <dgm:cxn modelId="{BA1C7309-1A04-469F-89AA-A5DF4EF98136}" type="presParOf" srcId="{2C535D64-C6BD-43D3-9E29-B25259DB4DA3}" destId="{9EEE1608-CA3C-47AD-B993-FC2BEE1EF752}" srcOrd="2" destOrd="0" presId="urn:microsoft.com/office/officeart/2018/2/layout/IconVerticalSolidList"/>
    <dgm:cxn modelId="{4E2FEBF9-A288-44D9-857B-1223B22695F7}" type="presParOf" srcId="{2C535D64-C6BD-43D3-9E29-B25259DB4DA3}" destId="{78013DCB-896A-433A-8171-FB9BA58D7622}" srcOrd="3" destOrd="0" presId="urn:microsoft.com/office/officeart/2018/2/layout/IconVerticalSolidList"/>
    <dgm:cxn modelId="{C4A7F721-D64B-495F-89B0-87FB0D6309DD}" type="presParOf" srcId="{259C5F08-71A6-4AD7-9787-8791BA27D1F7}" destId="{D345D979-2F9F-4FC6-98B5-2FDE474B5D07}" srcOrd="1" destOrd="0" presId="urn:microsoft.com/office/officeart/2018/2/layout/IconVerticalSolidList"/>
    <dgm:cxn modelId="{E1378EFC-25B8-4C41-9557-8178538BAD72}" type="presParOf" srcId="{259C5F08-71A6-4AD7-9787-8791BA27D1F7}" destId="{02D600BB-A77B-44F9-B1DA-D4A52929C0C6}" srcOrd="2" destOrd="0" presId="urn:microsoft.com/office/officeart/2018/2/layout/IconVerticalSolidList"/>
    <dgm:cxn modelId="{888DBEC3-22E0-4DD0-9863-ABB6DB512DBF}" type="presParOf" srcId="{02D600BB-A77B-44F9-B1DA-D4A52929C0C6}" destId="{EA179057-6792-4EC3-A37D-FABAE650EDA5}" srcOrd="0" destOrd="0" presId="urn:microsoft.com/office/officeart/2018/2/layout/IconVerticalSolidList"/>
    <dgm:cxn modelId="{0D381653-946F-415A-AF7B-1004F619976B}" type="presParOf" srcId="{02D600BB-A77B-44F9-B1DA-D4A52929C0C6}" destId="{E207CBB9-CDCB-40F0-86D8-D60F077D8497}" srcOrd="1" destOrd="0" presId="urn:microsoft.com/office/officeart/2018/2/layout/IconVerticalSolidList"/>
    <dgm:cxn modelId="{4F4E017D-D1F9-4D15-A302-CF2C8301BB87}" type="presParOf" srcId="{02D600BB-A77B-44F9-B1DA-D4A52929C0C6}" destId="{F1172A3A-B878-4E5E-91C9-0D9FC8050D48}" srcOrd="2" destOrd="0" presId="urn:microsoft.com/office/officeart/2018/2/layout/IconVerticalSolidList"/>
    <dgm:cxn modelId="{C18C758F-79C1-4E76-A305-0F6EB18964CA}" type="presParOf" srcId="{02D600BB-A77B-44F9-B1DA-D4A52929C0C6}" destId="{859DAEBE-EF57-414C-BEC3-AF8D4A18CE9F}" srcOrd="3" destOrd="0" presId="urn:microsoft.com/office/officeart/2018/2/layout/IconVerticalSolidList"/>
    <dgm:cxn modelId="{D126CE7B-140F-40D4-BF51-BE6F602AD8B9}" type="presParOf" srcId="{259C5F08-71A6-4AD7-9787-8791BA27D1F7}" destId="{ED3345DA-3539-424E-AE28-8A52E84B53D2}" srcOrd="3" destOrd="0" presId="urn:microsoft.com/office/officeart/2018/2/layout/IconVerticalSolidList"/>
    <dgm:cxn modelId="{D89FADE5-F18F-4789-90A5-8CC6FBA8857D}" type="presParOf" srcId="{259C5F08-71A6-4AD7-9787-8791BA27D1F7}" destId="{F0809E58-4E3F-48E2-81BA-98840AC818A0}" srcOrd="4" destOrd="0" presId="urn:microsoft.com/office/officeart/2018/2/layout/IconVerticalSolidList"/>
    <dgm:cxn modelId="{0557E4B4-2BAE-4416-BC80-FACC3AB32FFC}" type="presParOf" srcId="{F0809E58-4E3F-48E2-81BA-98840AC818A0}" destId="{A68EB704-2279-430B-894F-4F70626693CA}" srcOrd="0" destOrd="0" presId="urn:microsoft.com/office/officeart/2018/2/layout/IconVerticalSolidList"/>
    <dgm:cxn modelId="{CAF5F95D-AA84-4268-B71E-07363ADBC056}" type="presParOf" srcId="{F0809E58-4E3F-48E2-81BA-98840AC818A0}" destId="{05694F73-6A21-4777-BC9D-6DDD5FD7DE10}" srcOrd="1" destOrd="0" presId="urn:microsoft.com/office/officeart/2018/2/layout/IconVerticalSolidList"/>
    <dgm:cxn modelId="{179DB06E-A932-4C43-9EEE-0CF6E633E7AB}" type="presParOf" srcId="{F0809E58-4E3F-48E2-81BA-98840AC818A0}" destId="{75F80079-0061-4B1B-9D8C-4522FF49E753}" srcOrd="2" destOrd="0" presId="urn:microsoft.com/office/officeart/2018/2/layout/IconVerticalSolidList"/>
    <dgm:cxn modelId="{6F4042F3-38AF-4A12-9BBB-BE57BBD48F82}" type="presParOf" srcId="{F0809E58-4E3F-48E2-81BA-98840AC818A0}" destId="{394DF555-D3D5-4F30-8EF5-393B389276D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BEA9164-35DD-433B-91A2-ACDE0B24AB6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6DB0C82-40E1-438B-AC2C-25C3B79DEE7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Autenticação de clientes com tokens.</a:t>
          </a:r>
        </a:p>
      </dgm:t>
    </dgm:pt>
    <dgm:pt modelId="{8F5E17CB-2C59-493A-86AA-D7066EF5A9F2}" type="parTrans" cxnId="{58F77A3C-474F-4993-B652-E496EE67F9C9}">
      <dgm:prSet/>
      <dgm:spPr/>
      <dgm:t>
        <a:bodyPr/>
        <a:lstStyle/>
        <a:p>
          <a:endParaRPr lang="en-US"/>
        </a:p>
      </dgm:t>
    </dgm:pt>
    <dgm:pt modelId="{9D25FF6C-6364-49C2-B870-D499646CC795}" type="sibTrans" cxnId="{58F77A3C-474F-4993-B652-E496EE67F9C9}">
      <dgm:prSet/>
      <dgm:spPr/>
      <dgm:t>
        <a:bodyPr/>
        <a:lstStyle/>
        <a:p>
          <a:endParaRPr lang="en-US"/>
        </a:p>
      </dgm:t>
    </dgm:pt>
    <dgm:pt modelId="{A1FFDA0A-4176-499C-B213-6A3E97E741D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Gestão de despesas e grupos.</a:t>
          </a:r>
        </a:p>
      </dgm:t>
    </dgm:pt>
    <dgm:pt modelId="{296CAF16-5D4E-4873-9B28-A63140D34301}" type="parTrans" cxnId="{E791894C-D386-494D-8D04-748ACE5A5808}">
      <dgm:prSet/>
      <dgm:spPr/>
      <dgm:t>
        <a:bodyPr/>
        <a:lstStyle/>
        <a:p>
          <a:endParaRPr lang="en-US"/>
        </a:p>
      </dgm:t>
    </dgm:pt>
    <dgm:pt modelId="{BFE121B0-447D-4DC3-A0DC-B85A127F0F3F}" type="sibTrans" cxnId="{E791894C-D386-494D-8D04-748ACE5A5808}">
      <dgm:prSet/>
      <dgm:spPr/>
      <dgm:t>
        <a:bodyPr/>
        <a:lstStyle/>
        <a:p>
          <a:endParaRPr lang="en-US"/>
        </a:p>
      </dgm:t>
    </dgm:pt>
    <dgm:pt modelId="{33AF52DE-E612-401A-97A3-19D67BCBD40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Notificações em tempo real para atualizações de grupo.</a:t>
          </a:r>
        </a:p>
      </dgm:t>
    </dgm:pt>
    <dgm:pt modelId="{D1051148-847C-46B8-8ECD-8797DB2995D5}" type="parTrans" cxnId="{9141D827-E510-455F-B279-37CA662BFB7A}">
      <dgm:prSet/>
      <dgm:spPr/>
      <dgm:t>
        <a:bodyPr/>
        <a:lstStyle/>
        <a:p>
          <a:endParaRPr lang="en-US"/>
        </a:p>
      </dgm:t>
    </dgm:pt>
    <dgm:pt modelId="{406E9146-43AD-4D43-BFF2-54868165FBD1}" type="sibTrans" cxnId="{9141D827-E510-455F-B279-37CA662BFB7A}">
      <dgm:prSet/>
      <dgm:spPr/>
      <dgm:t>
        <a:bodyPr/>
        <a:lstStyle/>
        <a:p>
          <a:endParaRPr lang="en-US"/>
        </a:p>
      </dgm:t>
    </dgm:pt>
    <dgm:pt modelId="{E3A2EB03-82C9-4A81-A8EC-A12781016F9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Operações síncronas e assíncronas via RMI e REST.</a:t>
          </a:r>
        </a:p>
      </dgm:t>
    </dgm:pt>
    <dgm:pt modelId="{3C860095-E863-4423-AF2D-222E734EAAFD}" type="parTrans" cxnId="{78C6407E-1CEA-4847-958E-C242B6E013B4}">
      <dgm:prSet/>
      <dgm:spPr/>
      <dgm:t>
        <a:bodyPr/>
        <a:lstStyle/>
        <a:p>
          <a:endParaRPr lang="en-US"/>
        </a:p>
      </dgm:t>
    </dgm:pt>
    <dgm:pt modelId="{7E76983F-D925-4D79-A31E-A89CD634D202}" type="sibTrans" cxnId="{78C6407E-1CEA-4847-958E-C242B6E013B4}">
      <dgm:prSet/>
      <dgm:spPr/>
      <dgm:t>
        <a:bodyPr/>
        <a:lstStyle/>
        <a:p>
          <a:endParaRPr lang="en-US"/>
        </a:p>
      </dgm:t>
    </dgm:pt>
    <dgm:pt modelId="{FBC27F6C-8B0B-48C5-9473-8FEF14B76E9B}" type="pres">
      <dgm:prSet presAssocID="{8BEA9164-35DD-433B-91A2-ACDE0B24AB69}" presName="root" presStyleCnt="0">
        <dgm:presLayoutVars>
          <dgm:dir/>
          <dgm:resizeHandles val="exact"/>
        </dgm:presLayoutVars>
      </dgm:prSet>
      <dgm:spPr/>
    </dgm:pt>
    <dgm:pt modelId="{80D22090-45A9-421F-9934-3E597E1A2B26}" type="pres">
      <dgm:prSet presAssocID="{B6DB0C82-40E1-438B-AC2C-25C3B79DEE75}" presName="compNode" presStyleCnt="0"/>
      <dgm:spPr/>
    </dgm:pt>
    <dgm:pt modelId="{9A5E5DF2-C3BA-46C7-A029-FE66A11720BC}" type="pres">
      <dgm:prSet presAssocID="{B6DB0C82-40E1-438B-AC2C-25C3B79DEE75}" presName="bgRect" presStyleLbl="bgShp" presStyleIdx="0" presStyleCnt="4"/>
      <dgm:spPr/>
    </dgm:pt>
    <dgm:pt modelId="{2F077ADB-8198-4EE8-A92C-79CFFDC38CBA}" type="pres">
      <dgm:prSet presAssocID="{B6DB0C82-40E1-438B-AC2C-25C3B79DEE7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881F817A-6213-4118-95F9-B8D3EF94692B}" type="pres">
      <dgm:prSet presAssocID="{B6DB0C82-40E1-438B-AC2C-25C3B79DEE75}" presName="spaceRect" presStyleCnt="0"/>
      <dgm:spPr/>
    </dgm:pt>
    <dgm:pt modelId="{67846C5C-83AC-4BDD-8481-6D22EE027E29}" type="pres">
      <dgm:prSet presAssocID="{B6DB0C82-40E1-438B-AC2C-25C3B79DEE75}" presName="parTx" presStyleLbl="revTx" presStyleIdx="0" presStyleCnt="4">
        <dgm:presLayoutVars>
          <dgm:chMax val="0"/>
          <dgm:chPref val="0"/>
        </dgm:presLayoutVars>
      </dgm:prSet>
      <dgm:spPr/>
    </dgm:pt>
    <dgm:pt modelId="{2361C6C9-1AAD-4107-9F08-8F05D37AB751}" type="pres">
      <dgm:prSet presAssocID="{9D25FF6C-6364-49C2-B870-D499646CC795}" presName="sibTrans" presStyleCnt="0"/>
      <dgm:spPr/>
    </dgm:pt>
    <dgm:pt modelId="{8DAEF311-8327-4331-8697-9A5F7C7D0616}" type="pres">
      <dgm:prSet presAssocID="{A1FFDA0A-4176-499C-B213-6A3E97E741DC}" presName="compNode" presStyleCnt="0"/>
      <dgm:spPr/>
    </dgm:pt>
    <dgm:pt modelId="{57295F9D-3C06-48D9-A680-18C7D3EEC2A4}" type="pres">
      <dgm:prSet presAssocID="{A1FFDA0A-4176-499C-B213-6A3E97E741DC}" presName="bgRect" presStyleLbl="bgShp" presStyleIdx="1" presStyleCnt="4"/>
      <dgm:spPr/>
    </dgm:pt>
    <dgm:pt modelId="{47CCF842-CD11-4B9F-994F-3ABC74A04E47}" type="pres">
      <dgm:prSet presAssocID="{A1FFDA0A-4176-499C-B213-6A3E97E741D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nheiro"/>
        </a:ext>
      </dgm:extLst>
    </dgm:pt>
    <dgm:pt modelId="{7D4BDF6B-39C6-4B0C-93D8-0F12B2E1CD48}" type="pres">
      <dgm:prSet presAssocID="{A1FFDA0A-4176-499C-B213-6A3E97E741DC}" presName="spaceRect" presStyleCnt="0"/>
      <dgm:spPr/>
    </dgm:pt>
    <dgm:pt modelId="{5713B521-16D9-4E23-A183-3792F56BD3BB}" type="pres">
      <dgm:prSet presAssocID="{A1FFDA0A-4176-499C-B213-6A3E97E741DC}" presName="parTx" presStyleLbl="revTx" presStyleIdx="1" presStyleCnt="4">
        <dgm:presLayoutVars>
          <dgm:chMax val="0"/>
          <dgm:chPref val="0"/>
        </dgm:presLayoutVars>
      </dgm:prSet>
      <dgm:spPr/>
    </dgm:pt>
    <dgm:pt modelId="{0A818C6A-000E-43EE-9238-638B61A06479}" type="pres">
      <dgm:prSet presAssocID="{BFE121B0-447D-4DC3-A0DC-B85A127F0F3F}" presName="sibTrans" presStyleCnt="0"/>
      <dgm:spPr/>
    </dgm:pt>
    <dgm:pt modelId="{164ACFD2-2BF7-4DC9-9FF1-5B8DC08D031C}" type="pres">
      <dgm:prSet presAssocID="{33AF52DE-E612-401A-97A3-19D67BCBD40A}" presName="compNode" presStyleCnt="0"/>
      <dgm:spPr/>
    </dgm:pt>
    <dgm:pt modelId="{EC583338-98F3-41A6-9B7F-7B15F7AB8C81}" type="pres">
      <dgm:prSet presAssocID="{33AF52DE-E612-401A-97A3-19D67BCBD40A}" presName="bgRect" presStyleLbl="bgShp" presStyleIdx="2" presStyleCnt="4"/>
      <dgm:spPr/>
    </dgm:pt>
    <dgm:pt modelId="{E7162F4D-A29F-4F20-A7E9-4AE5F5D12606}" type="pres">
      <dgm:prSet presAssocID="{33AF52DE-E612-401A-97A3-19D67BCBD40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iny scene"/>
        </a:ext>
      </dgm:extLst>
    </dgm:pt>
    <dgm:pt modelId="{B1177642-ED05-4881-9A91-72C1EF12CE57}" type="pres">
      <dgm:prSet presAssocID="{33AF52DE-E612-401A-97A3-19D67BCBD40A}" presName="spaceRect" presStyleCnt="0"/>
      <dgm:spPr/>
    </dgm:pt>
    <dgm:pt modelId="{E1061A47-CE70-4F08-9799-7554EEEB4A74}" type="pres">
      <dgm:prSet presAssocID="{33AF52DE-E612-401A-97A3-19D67BCBD40A}" presName="parTx" presStyleLbl="revTx" presStyleIdx="2" presStyleCnt="4">
        <dgm:presLayoutVars>
          <dgm:chMax val="0"/>
          <dgm:chPref val="0"/>
        </dgm:presLayoutVars>
      </dgm:prSet>
      <dgm:spPr/>
    </dgm:pt>
    <dgm:pt modelId="{DFAE58DC-CE70-4D67-AB59-965EF6A349AD}" type="pres">
      <dgm:prSet presAssocID="{406E9146-43AD-4D43-BFF2-54868165FBD1}" presName="sibTrans" presStyleCnt="0"/>
      <dgm:spPr/>
    </dgm:pt>
    <dgm:pt modelId="{033EBF7E-4D62-4E17-9E64-95122BE8E58D}" type="pres">
      <dgm:prSet presAssocID="{E3A2EB03-82C9-4A81-A8EC-A12781016F98}" presName="compNode" presStyleCnt="0"/>
      <dgm:spPr/>
    </dgm:pt>
    <dgm:pt modelId="{EBA8112C-1A20-4CE8-942E-9462F5AA801F}" type="pres">
      <dgm:prSet presAssocID="{E3A2EB03-82C9-4A81-A8EC-A12781016F98}" presName="bgRect" presStyleLbl="bgShp" presStyleIdx="3" presStyleCnt="4"/>
      <dgm:spPr/>
    </dgm:pt>
    <dgm:pt modelId="{C4473044-923A-4310-ADC1-B7B3F4DCF175}" type="pres">
      <dgm:prSet presAssocID="{E3A2EB03-82C9-4A81-A8EC-A12781016F9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ixa registadora"/>
        </a:ext>
      </dgm:extLst>
    </dgm:pt>
    <dgm:pt modelId="{30B47BB9-1076-481F-8FDA-B8DA7A151693}" type="pres">
      <dgm:prSet presAssocID="{E3A2EB03-82C9-4A81-A8EC-A12781016F98}" presName="spaceRect" presStyleCnt="0"/>
      <dgm:spPr/>
    </dgm:pt>
    <dgm:pt modelId="{BFDCC03F-F51F-4B33-B969-6EE14821E5B9}" type="pres">
      <dgm:prSet presAssocID="{E3A2EB03-82C9-4A81-A8EC-A12781016F98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9141D827-E510-455F-B279-37CA662BFB7A}" srcId="{8BEA9164-35DD-433B-91A2-ACDE0B24AB69}" destId="{33AF52DE-E612-401A-97A3-19D67BCBD40A}" srcOrd="2" destOrd="0" parTransId="{D1051148-847C-46B8-8ECD-8797DB2995D5}" sibTransId="{406E9146-43AD-4D43-BFF2-54868165FBD1}"/>
    <dgm:cxn modelId="{58F77A3C-474F-4993-B652-E496EE67F9C9}" srcId="{8BEA9164-35DD-433B-91A2-ACDE0B24AB69}" destId="{B6DB0C82-40E1-438B-AC2C-25C3B79DEE75}" srcOrd="0" destOrd="0" parTransId="{8F5E17CB-2C59-493A-86AA-D7066EF5A9F2}" sibTransId="{9D25FF6C-6364-49C2-B870-D499646CC795}"/>
    <dgm:cxn modelId="{E791894C-D386-494D-8D04-748ACE5A5808}" srcId="{8BEA9164-35DD-433B-91A2-ACDE0B24AB69}" destId="{A1FFDA0A-4176-499C-B213-6A3E97E741DC}" srcOrd="1" destOrd="0" parTransId="{296CAF16-5D4E-4873-9B28-A63140D34301}" sibTransId="{BFE121B0-447D-4DC3-A0DC-B85A127F0F3F}"/>
    <dgm:cxn modelId="{78C6407E-1CEA-4847-958E-C242B6E013B4}" srcId="{8BEA9164-35DD-433B-91A2-ACDE0B24AB69}" destId="{E3A2EB03-82C9-4A81-A8EC-A12781016F98}" srcOrd="3" destOrd="0" parTransId="{3C860095-E863-4423-AF2D-222E734EAAFD}" sibTransId="{7E76983F-D925-4D79-A31E-A89CD634D202}"/>
    <dgm:cxn modelId="{61D6E28A-C7C1-42A4-BCA5-C019C72EDAEA}" type="presOf" srcId="{E3A2EB03-82C9-4A81-A8EC-A12781016F98}" destId="{BFDCC03F-F51F-4B33-B969-6EE14821E5B9}" srcOrd="0" destOrd="0" presId="urn:microsoft.com/office/officeart/2018/2/layout/IconVerticalSolidList"/>
    <dgm:cxn modelId="{7BD325B1-0859-496D-88FA-5863324154BE}" type="presOf" srcId="{33AF52DE-E612-401A-97A3-19D67BCBD40A}" destId="{E1061A47-CE70-4F08-9799-7554EEEB4A74}" srcOrd="0" destOrd="0" presId="urn:microsoft.com/office/officeart/2018/2/layout/IconVerticalSolidList"/>
    <dgm:cxn modelId="{32DFDEE9-202C-4337-BD7E-2260FA6DF19E}" type="presOf" srcId="{B6DB0C82-40E1-438B-AC2C-25C3B79DEE75}" destId="{67846C5C-83AC-4BDD-8481-6D22EE027E29}" srcOrd="0" destOrd="0" presId="urn:microsoft.com/office/officeart/2018/2/layout/IconVerticalSolidList"/>
    <dgm:cxn modelId="{EA9B55F2-BC0F-4D2A-A5A1-A782F04700E2}" type="presOf" srcId="{8BEA9164-35DD-433B-91A2-ACDE0B24AB69}" destId="{FBC27F6C-8B0B-48C5-9473-8FEF14B76E9B}" srcOrd="0" destOrd="0" presId="urn:microsoft.com/office/officeart/2018/2/layout/IconVerticalSolidList"/>
    <dgm:cxn modelId="{76CDAEF8-B50F-452E-88A9-DB3608546E45}" type="presOf" srcId="{A1FFDA0A-4176-499C-B213-6A3E97E741DC}" destId="{5713B521-16D9-4E23-A183-3792F56BD3BB}" srcOrd="0" destOrd="0" presId="urn:microsoft.com/office/officeart/2018/2/layout/IconVerticalSolidList"/>
    <dgm:cxn modelId="{02793376-A705-4E8F-82C0-267E1D4037A6}" type="presParOf" srcId="{FBC27F6C-8B0B-48C5-9473-8FEF14B76E9B}" destId="{80D22090-45A9-421F-9934-3E597E1A2B26}" srcOrd="0" destOrd="0" presId="urn:microsoft.com/office/officeart/2018/2/layout/IconVerticalSolidList"/>
    <dgm:cxn modelId="{DB6CAA94-3577-4D76-8ADA-28653DA8BFD3}" type="presParOf" srcId="{80D22090-45A9-421F-9934-3E597E1A2B26}" destId="{9A5E5DF2-C3BA-46C7-A029-FE66A11720BC}" srcOrd="0" destOrd="0" presId="urn:microsoft.com/office/officeart/2018/2/layout/IconVerticalSolidList"/>
    <dgm:cxn modelId="{117E08B2-35BE-4291-860B-6527C645D443}" type="presParOf" srcId="{80D22090-45A9-421F-9934-3E597E1A2B26}" destId="{2F077ADB-8198-4EE8-A92C-79CFFDC38CBA}" srcOrd="1" destOrd="0" presId="urn:microsoft.com/office/officeart/2018/2/layout/IconVerticalSolidList"/>
    <dgm:cxn modelId="{95BA8A41-53D3-4B53-94D8-E4ECB9F28174}" type="presParOf" srcId="{80D22090-45A9-421F-9934-3E597E1A2B26}" destId="{881F817A-6213-4118-95F9-B8D3EF94692B}" srcOrd="2" destOrd="0" presId="urn:microsoft.com/office/officeart/2018/2/layout/IconVerticalSolidList"/>
    <dgm:cxn modelId="{B45DFB35-C83D-499B-B106-BC159DE74153}" type="presParOf" srcId="{80D22090-45A9-421F-9934-3E597E1A2B26}" destId="{67846C5C-83AC-4BDD-8481-6D22EE027E29}" srcOrd="3" destOrd="0" presId="urn:microsoft.com/office/officeart/2018/2/layout/IconVerticalSolidList"/>
    <dgm:cxn modelId="{71FC739A-516E-4090-B89C-B55439D5193C}" type="presParOf" srcId="{FBC27F6C-8B0B-48C5-9473-8FEF14B76E9B}" destId="{2361C6C9-1AAD-4107-9F08-8F05D37AB751}" srcOrd="1" destOrd="0" presId="urn:microsoft.com/office/officeart/2018/2/layout/IconVerticalSolidList"/>
    <dgm:cxn modelId="{8EE616FD-26D6-4A7F-BC61-05E6C77E95BF}" type="presParOf" srcId="{FBC27F6C-8B0B-48C5-9473-8FEF14B76E9B}" destId="{8DAEF311-8327-4331-8697-9A5F7C7D0616}" srcOrd="2" destOrd="0" presId="urn:microsoft.com/office/officeart/2018/2/layout/IconVerticalSolidList"/>
    <dgm:cxn modelId="{889EAF4B-9C73-4EEA-8556-D97284018C4C}" type="presParOf" srcId="{8DAEF311-8327-4331-8697-9A5F7C7D0616}" destId="{57295F9D-3C06-48D9-A680-18C7D3EEC2A4}" srcOrd="0" destOrd="0" presId="urn:microsoft.com/office/officeart/2018/2/layout/IconVerticalSolidList"/>
    <dgm:cxn modelId="{AA0571D6-6DD7-4790-B316-48DFF227B7B3}" type="presParOf" srcId="{8DAEF311-8327-4331-8697-9A5F7C7D0616}" destId="{47CCF842-CD11-4B9F-994F-3ABC74A04E47}" srcOrd="1" destOrd="0" presId="urn:microsoft.com/office/officeart/2018/2/layout/IconVerticalSolidList"/>
    <dgm:cxn modelId="{39FE8F86-361D-457A-A2CA-56E9C4816751}" type="presParOf" srcId="{8DAEF311-8327-4331-8697-9A5F7C7D0616}" destId="{7D4BDF6B-39C6-4B0C-93D8-0F12B2E1CD48}" srcOrd="2" destOrd="0" presId="urn:microsoft.com/office/officeart/2018/2/layout/IconVerticalSolidList"/>
    <dgm:cxn modelId="{5B441E3A-5DB3-4048-933D-2E939E0832A0}" type="presParOf" srcId="{8DAEF311-8327-4331-8697-9A5F7C7D0616}" destId="{5713B521-16D9-4E23-A183-3792F56BD3BB}" srcOrd="3" destOrd="0" presId="urn:microsoft.com/office/officeart/2018/2/layout/IconVerticalSolidList"/>
    <dgm:cxn modelId="{45C66718-9E2C-48A8-9E59-730CDA2E20F5}" type="presParOf" srcId="{FBC27F6C-8B0B-48C5-9473-8FEF14B76E9B}" destId="{0A818C6A-000E-43EE-9238-638B61A06479}" srcOrd="3" destOrd="0" presId="urn:microsoft.com/office/officeart/2018/2/layout/IconVerticalSolidList"/>
    <dgm:cxn modelId="{1098DF33-28DA-411E-9CC4-BBB817D5812A}" type="presParOf" srcId="{FBC27F6C-8B0B-48C5-9473-8FEF14B76E9B}" destId="{164ACFD2-2BF7-4DC9-9FF1-5B8DC08D031C}" srcOrd="4" destOrd="0" presId="urn:microsoft.com/office/officeart/2018/2/layout/IconVerticalSolidList"/>
    <dgm:cxn modelId="{E887D45E-B5FD-46BC-8D4A-D7A07D2D281F}" type="presParOf" srcId="{164ACFD2-2BF7-4DC9-9FF1-5B8DC08D031C}" destId="{EC583338-98F3-41A6-9B7F-7B15F7AB8C81}" srcOrd="0" destOrd="0" presId="urn:microsoft.com/office/officeart/2018/2/layout/IconVerticalSolidList"/>
    <dgm:cxn modelId="{3F1842CB-8A76-4C4C-837D-A558C772778E}" type="presParOf" srcId="{164ACFD2-2BF7-4DC9-9FF1-5B8DC08D031C}" destId="{E7162F4D-A29F-4F20-A7E9-4AE5F5D12606}" srcOrd="1" destOrd="0" presId="urn:microsoft.com/office/officeart/2018/2/layout/IconVerticalSolidList"/>
    <dgm:cxn modelId="{EC679E64-DD04-468B-A14F-ACDB9C82A62B}" type="presParOf" srcId="{164ACFD2-2BF7-4DC9-9FF1-5B8DC08D031C}" destId="{B1177642-ED05-4881-9A91-72C1EF12CE57}" srcOrd="2" destOrd="0" presId="urn:microsoft.com/office/officeart/2018/2/layout/IconVerticalSolidList"/>
    <dgm:cxn modelId="{2012B6A2-9BDC-4C48-A0F1-59A334D97E88}" type="presParOf" srcId="{164ACFD2-2BF7-4DC9-9FF1-5B8DC08D031C}" destId="{E1061A47-CE70-4F08-9799-7554EEEB4A74}" srcOrd="3" destOrd="0" presId="urn:microsoft.com/office/officeart/2018/2/layout/IconVerticalSolidList"/>
    <dgm:cxn modelId="{B4552C9A-93DD-4ABF-BCB9-63BC232D88D0}" type="presParOf" srcId="{FBC27F6C-8B0B-48C5-9473-8FEF14B76E9B}" destId="{DFAE58DC-CE70-4D67-AB59-965EF6A349AD}" srcOrd="5" destOrd="0" presId="urn:microsoft.com/office/officeart/2018/2/layout/IconVerticalSolidList"/>
    <dgm:cxn modelId="{9221C516-E223-4A0C-BE3F-DAEF2D43497B}" type="presParOf" srcId="{FBC27F6C-8B0B-48C5-9473-8FEF14B76E9B}" destId="{033EBF7E-4D62-4E17-9E64-95122BE8E58D}" srcOrd="6" destOrd="0" presId="urn:microsoft.com/office/officeart/2018/2/layout/IconVerticalSolidList"/>
    <dgm:cxn modelId="{72F6887F-27AE-410D-B9A6-39DC7E2A1334}" type="presParOf" srcId="{033EBF7E-4D62-4E17-9E64-95122BE8E58D}" destId="{EBA8112C-1A20-4CE8-942E-9462F5AA801F}" srcOrd="0" destOrd="0" presId="urn:microsoft.com/office/officeart/2018/2/layout/IconVerticalSolidList"/>
    <dgm:cxn modelId="{D09ED0A6-FC53-4C75-B90E-04098417A1C7}" type="presParOf" srcId="{033EBF7E-4D62-4E17-9E64-95122BE8E58D}" destId="{C4473044-923A-4310-ADC1-B7B3F4DCF175}" srcOrd="1" destOrd="0" presId="urn:microsoft.com/office/officeart/2018/2/layout/IconVerticalSolidList"/>
    <dgm:cxn modelId="{EE990025-0203-4DAE-9A4B-C8B1B0871749}" type="presParOf" srcId="{033EBF7E-4D62-4E17-9E64-95122BE8E58D}" destId="{30B47BB9-1076-481F-8FDA-B8DA7A151693}" srcOrd="2" destOrd="0" presId="urn:microsoft.com/office/officeart/2018/2/layout/IconVerticalSolidList"/>
    <dgm:cxn modelId="{4ADF89A5-2FF5-4F04-AC74-C533D9310F61}" type="presParOf" srcId="{033EBF7E-4D62-4E17-9E64-95122BE8E58D}" destId="{BFDCC03F-F51F-4B33-B969-6EE14821E5B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9A2A46AB-5B57-4D60-A996-878C6F2A7FA6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7C86B0B1-158F-4826-B682-31162965E875}">
      <dgm:prSet/>
      <dgm:spPr>
        <a:solidFill>
          <a:schemeClr val="tx2"/>
        </a:solidFill>
      </dgm:spPr>
      <dgm:t>
        <a:bodyPr/>
        <a:lstStyle/>
        <a:p>
          <a:r>
            <a:rPr lang="en-US" dirty="0"/>
            <a:t>HTTP:</a:t>
          </a:r>
        </a:p>
      </dgm:t>
    </dgm:pt>
    <dgm:pt modelId="{33C1D303-AED1-4F31-B312-0C0F5DB3D43B}" type="parTrans" cxnId="{AD48F603-F03B-429C-B05E-460E6DBBBE3E}">
      <dgm:prSet/>
      <dgm:spPr/>
      <dgm:t>
        <a:bodyPr/>
        <a:lstStyle/>
        <a:p>
          <a:endParaRPr lang="en-US"/>
        </a:p>
      </dgm:t>
    </dgm:pt>
    <dgm:pt modelId="{A7550BF7-2993-49D9-BE22-C84EDF47A419}" type="sibTrans" cxnId="{AD48F603-F03B-429C-B05E-460E6DBBBE3E}">
      <dgm:prSet/>
      <dgm:spPr/>
      <dgm:t>
        <a:bodyPr/>
        <a:lstStyle/>
        <a:p>
          <a:endParaRPr lang="en-US"/>
        </a:p>
      </dgm:t>
    </dgm:pt>
    <dgm:pt modelId="{F11D2BB4-E3B8-4D12-B99D-7F77664D5902}">
      <dgm:prSet/>
      <dgm:spPr/>
      <dgm:t>
        <a:bodyPr/>
        <a:lstStyle/>
        <a:p>
          <a:r>
            <a:rPr lang="en-US"/>
            <a:t>- Baseado em requisições/respostas síncronas.</a:t>
          </a:r>
        </a:p>
      </dgm:t>
    </dgm:pt>
    <dgm:pt modelId="{EB2D3FF8-39D7-486E-AE3B-78C5DACE7541}" type="parTrans" cxnId="{D83178CC-8251-456F-84BC-57970316E845}">
      <dgm:prSet/>
      <dgm:spPr/>
      <dgm:t>
        <a:bodyPr/>
        <a:lstStyle/>
        <a:p>
          <a:endParaRPr lang="en-US"/>
        </a:p>
      </dgm:t>
    </dgm:pt>
    <dgm:pt modelId="{D88B9B24-73D7-4303-95A5-E0EDCA8A0510}" type="sibTrans" cxnId="{D83178CC-8251-456F-84BC-57970316E845}">
      <dgm:prSet/>
      <dgm:spPr/>
      <dgm:t>
        <a:bodyPr/>
        <a:lstStyle/>
        <a:p>
          <a:endParaRPr lang="en-US"/>
        </a:p>
      </dgm:t>
    </dgm:pt>
    <dgm:pt modelId="{4324F60F-AE15-4FE4-BEC2-2C39327EA798}">
      <dgm:prSet/>
      <dgm:spPr/>
      <dgm:t>
        <a:bodyPr/>
        <a:lstStyle/>
        <a:p>
          <a:r>
            <a:rPr lang="en-US"/>
            <a:t>- Usa APIs REST.</a:t>
          </a:r>
        </a:p>
      </dgm:t>
    </dgm:pt>
    <dgm:pt modelId="{631E2401-DD2E-4C48-893A-747BE642CCFF}" type="parTrans" cxnId="{F8AE5A1C-4E2E-456F-BC3A-300FF43E522C}">
      <dgm:prSet/>
      <dgm:spPr/>
      <dgm:t>
        <a:bodyPr/>
        <a:lstStyle/>
        <a:p>
          <a:endParaRPr lang="en-US"/>
        </a:p>
      </dgm:t>
    </dgm:pt>
    <dgm:pt modelId="{85177296-79F9-47DF-8332-B2EFF26A22A0}" type="sibTrans" cxnId="{F8AE5A1C-4E2E-456F-BC3A-300FF43E522C}">
      <dgm:prSet/>
      <dgm:spPr/>
      <dgm:t>
        <a:bodyPr/>
        <a:lstStyle/>
        <a:p>
          <a:endParaRPr lang="en-US"/>
        </a:p>
      </dgm:t>
    </dgm:pt>
    <dgm:pt modelId="{466BCF47-47EA-42B3-8007-D8EFC8A8977C}">
      <dgm:prSet/>
      <dgm:spPr>
        <a:solidFill>
          <a:schemeClr val="tx2"/>
        </a:solidFill>
      </dgm:spPr>
      <dgm:t>
        <a:bodyPr/>
        <a:lstStyle/>
        <a:p>
          <a:r>
            <a:rPr lang="en-US" dirty="0"/>
            <a:t>RMI:</a:t>
          </a:r>
        </a:p>
      </dgm:t>
    </dgm:pt>
    <dgm:pt modelId="{1CB11FA4-148A-43FC-9DDD-D10A619FFEF5}" type="parTrans" cxnId="{0F2CA696-EDB4-4DDD-BAD7-234A5F858056}">
      <dgm:prSet/>
      <dgm:spPr/>
      <dgm:t>
        <a:bodyPr/>
        <a:lstStyle/>
        <a:p>
          <a:endParaRPr lang="en-US"/>
        </a:p>
      </dgm:t>
    </dgm:pt>
    <dgm:pt modelId="{CC2AB392-61CF-4EC4-BBD9-ABC8C3F45DCA}" type="sibTrans" cxnId="{0F2CA696-EDB4-4DDD-BAD7-234A5F858056}">
      <dgm:prSet/>
      <dgm:spPr/>
      <dgm:t>
        <a:bodyPr/>
        <a:lstStyle/>
        <a:p>
          <a:endParaRPr lang="en-US"/>
        </a:p>
      </dgm:t>
    </dgm:pt>
    <dgm:pt modelId="{77D7B511-C344-41C7-B5CF-DD2AD7B652CB}">
      <dgm:prSet/>
      <dgm:spPr/>
      <dgm:t>
        <a:bodyPr/>
        <a:lstStyle/>
        <a:p>
          <a:r>
            <a:rPr lang="en-US"/>
            <a:t>- Permite chamadas remotas diretas.</a:t>
          </a:r>
        </a:p>
      </dgm:t>
    </dgm:pt>
    <dgm:pt modelId="{84B7D1C4-43D3-4591-BCA7-07A700D41C67}" type="parTrans" cxnId="{6AA8D923-7149-4112-91E5-1F85E64CC7B7}">
      <dgm:prSet/>
      <dgm:spPr/>
      <dgm:t>
        <a:bodyPr/>
        <a:lstStyle/>
        <a:p>
          <a:endParaRPr lang="en-US"/>
        </a:p>
      </dgm:t>
    </dgm:pt>
    <dgm:pt modelId="{58F41DAE-8790-42A1-974E-6CA49F11613C}" type="sibTrans" cxnId="{6AA8D923-7149-4112-91E5-1F85E64CC7B7}">
      <dgm:prSet/>
      <dgm:spPr/>
      <dgm:t>
        <a:bodyPr/>
        <a:lstStyle/>
        <a:p>
          <a:endParaRPr lang="en-US"/>
        </a:p>
      </dgm:t>
    </dgm:pt>
    <dgm:pt modelId="{2D534174-5CB6-402E-ABDC-952EB3C4C2A3}">
      <dgm:prSet/>
      <dgm:spPr/>
      <dgm:t>
        <a:bodyPr/>
        <a:lstStyle/>
        <a:p>
          <a:r>
            <a:rPr lang="en-US"/>
            <a:t>- Suporta notificações em tempo real.</a:t>
          </a:r>
        </a:p>
      </dgm:t>
    </dgm:pt>
    <dgm:pt modelId="{A4EE9DDF-3D7B-455E-889F-5A7FCD79C435}" type="parTrans" cxnId="{336FC449-FF70-4289-8224-1C109B37CAEE}">
      <dgm:prSet/>
      <dgm:spPr/>
      <dgm:t>
        <a:bodyPr/>
        <a:lstStyle/>
        <a:p>
          <a:endParaRPr lang="en-US"/>
        </a:p>
      </dgm:t>
    </dgm:pt>
    <dgm:pt modelId="{660E2EB4-6C26-4DE1-B708-149A2F19F377}" type="sibTrans" cxnId="{336FC449-FF70-4289-8224-1C109B37CAEE}">
      <dgm:prSet/>
      <dgm:spPr/>
      <dgm:t>
        <a:bodyPr/>
        <a:lstStyle/>
        <a:p>
          <a:endParaRPr lang="en-US"/>
        </a:p>
      </dgm:t>
    </dgm:pt>
    <dgm:pt modelId="{B5BB9D93-6082-46CE-B95F-F458D2645DE0}" type="pres">
      <dgm:prSet presAssocID="{9A2A46AB-5B57-4D60-A996-878C6F2A7FA6}" presName="linear" presStyleCnt="0">
        <dgm:presLayoutVars>
          <dgm:animLvl val="lvl"/>
          <dgm:resizeHandles val="exact"/>
        </dgm:presLayoutVars>
      </dgm:prSet>
      <dgm:spPr/>
    </dgm:pt>
    <dgm:pt modelId="{340C16C4-92BC-44B5-995C-7CA01E6A65D6}" type="pres">
      <dgm:prSet presAssocID="{7C86B0B1-158F-4826-B682-31162965E875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90F9DE43-CBF7-40D8-8BEF-03CF3D1F6BCB}" type="pres">
      <dgm:prSet presAssocID="{A7550BF7-2993-49D9-BE22-C84EDF47A419}" presName="spacer" presStyleCnt="0"/>
      <dgm:spPr/>
    </dgm:pt>
    <dgm:pt modelId="{60764BDF-C9F1-4CE7-8B71-5D28D2145753}" type="pres">
      <dgm:prSet presAssocID="{F11D2BB4-E3B8-4D12-B99D-7F77664D5902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44147ECA-2994-4BFE-BEE8-6713D6181AE9}" type="pres">
      <dgm:prSet presAssocID="{D88B9B24-73D7-4303-95A5-E0EDCA8A0510}" presName="spacer" presStyleCnt="0"/>
      <dgm:spPr/>
    </dgm:pt>
    <dgm:pt modelId="{523DF132-849E-494F-A543-9E93CE92E494}" type="pres">
      <dgm:prSet presAssocID="{4324F60F-AE15-4FE4-BEC2-2C39327EA798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9406476B-BD65-4557-A68C-6414FC8AA8C0}" type="pres">
      <dgm:prSet presAssocID="{85177296-79F9-47DF-8332-B2EFF26A22A0}" presName="spacer" presStyleCnt="0"/>
      <dgm:spPr/>
    </dgm:pt>
    <dgm:pt modelId="{6B69710F-7122-455F-A26F-A11B8CEC6399}" type="pres">
      <dgm:prSet presAssocID="{466BCF47-47EA-42B3-8007-D8EFC8A8977C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07A4B7A5-FA1E-4A9C-89BE-5D3099FC42D5}" type="pres">
      <dgm:prSet presAssocID="{CC2AB392-61CF-4EC4-BBD9-ABC8C3F45DCA}" presName="spacer" presStyleCnt="0"/>
      <dgm:spPr/>
    </dgm:pt>
    <dgm:pt modelId="{7E87182A-9639-496A-BC33-39C694F67D55}" type="pres">
      <dgm:prSet presAssocID="{77D7B511-C344-41C7-B5CF-DD2AD7B652CB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237C43A5-8D80-4022-AF6E-C7D257730AFF}" type="pres">
      <dgm:prSet presAssocID="{58F41DAE-8790-42A1-974E-6CA49F11613C}" presName="spacer" presStyleCnt="0"/>
      <dgm:spPr/>
    </dgm:pt>
    <dgm:pt modelId="{54D805BC-C5B0-4043-ABC5-88F4F51E62AE}" type="pres">
      <dgm:prSet presAssocID="{2D534174-5CB6-402E-ABDC-952EB3C4C2A3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AD48F603-F03B-429C-B05E-460E6DBBBE3E}" srcId="{9A2A46AB-5B57-4D60-A996-878C6F2A7FA6}" destId="{7C86B0B1-158F-4826-B682-31162965E875}" srcOrd="0" destOrd="0" parTransId="{33C1D303-AED1-4F31-B312-0C0F5DB3D43B}" sibTransId="{A7550BF7-2993-49D9-BE22-C84EDF47A419}"/>
    <dgm:cxn modelId="{F8AE5A1C-4E2E-456F-BC3A-300FF43E522C}" srcId="{9A2A46AB-5B57-4D60-A996-878C6F2A7FA6}" destId="{4324F60F-AE15-4FE4-BEC2-2C39327EA798}" srcOrd="2" destOrd="0" parTransId="{631E2401-DD2E-4C48-893A-747BE642CCFF}" sibTransId="{85177296-79F9-47DF-8332-B2EFF26A22A0}"/>
    <dgm:cxn modelId="{6AA8D923-7149-4112-91E5-1F85E64CC7B7}" srcId="{9A2A46AB-5B57-4D60-A996-878C6F2A7FA6}" destId="{77D7B511-C344-41C7-B5CF-DD2AD7B652CB}" srcOrd="4" destOrd="0" parTransId="{84B7D1C4-43D3-4591-BCA7-07A700D41C67}" sibTransId="{58F41DAE-8790-42A1-974E-6CA49F11613C}"/>
    <dgm:cxn modelId="{B9A0132D-F2FD-41B3-9714-080AB2A9EE19}" type="presOf" srcId="{4324F60F-AE15-4FE4-BEC2-2C39327EA798}" destId="{523DF132-849E-494F-A543-9E93CE92E494}" srcOrd="0" destOrd="0" presId="urn:microsoft.com/office/officeart/2005/8/layout/vList2"/>
    <dgm:cxn modelId="{336FC449-FF70-4289-8224-1C109B37CAEE}" srcId="{9A2A46AB-5B57-4D60-A996-878C6F2A7FA6}" destId="{2D534174-5CB6-402E-ABDC-952EB3C4C2A3}" srcOrd="5" destOrd="0" parTransId="{A4EE9DDF-3D7B-455E-889F-5A7FCD79C435}" sibTransId="{660E2EB4-6C26-4DE1-B708-149A2F19F377}"/>
    <dgm:cxn modelId="{9FC3DC6F-4075-42E5-9869-1DBB1485E4C4}" type="presOf" srcId="{F11D2BB4-E3B8-4D12-B99D-7F77664D5902}" destId="{60764BDF-C9F1-4CE7-8B71-5D28D2145753}" srcOrd="0" destOrd="0" presId="urn:microsoft.com/office/officeart/2005/8/layout/vList2"/>
    <dgm:cxn modelId="{56BF2C76-E0DE-4941-A65C-9E9717D1CC06}" type="presOf" srcId="{466BCF47-47EA-42B3-8007-D8EFC8A8977C}" destId="{6B69710F-7122-455F-A26F-A11B8CEC6399}" srcOrd="0" destOrd="0" presId="urn:microsoft.com/office/officeart/2005/8/layout/vList2"/>
    <dgm:cxn modelId="{F64CE978-D450-4F25-A984-A02EB2171D53}" type="presOf" srcId="{2D534174-5CB6-402E-ABDC-952EB3C4C2A3}" destId="{54D805BC-C5B0-4043-ABC5-88F4F51E62AE}" srcOrd="0" destOrd="0" presId="urn:microsoft.com/office/officeart/2005/8/layout/vList2"/>
    <dgm:cxn modelId="{0F2CA696-EDB4-4DDD-BAD7-234A5F858056}" srcId="{9A2A46AB-5B57-4D60-A996-878C6F2A7FA6}" destId="{466BCF47-47EA-42B3-8007-D8EFC8A8977C}" srcOrd="3" destOrd="0" parTransId="{1CB11FA4-148A-43FC-9DDD-D10A619FFEF5}" sibTransId="{CC2AB392-61CF-4EC4-BBD9-ABC8C3F45DCA}"/>
    <dgm:cxn modelId="{9AA19F9E-3767-4A02-BFAC-D628D0E517BE}" type="presOf" srcId="{77D7B511-C344-41C7-B5CF-DD2AD7B652CB}" destId="{7E87182A-9639-496A-BC33-39C694F67D55}" srcOrd="0" destOrd="0" presId="urn:microsoft.com/office/officeart/2005/8/layout/vList2"/>
    <dgm:cxn modelId="{D83178CC-8251-456F-84BC-57970316E845}" srcId="{9A2A46AB-5B57-4D60-A996-878C6F2A7FA6}" destId="{F11D2BB4-E3B8-4D12-B99D-7F77664D5902}" srcOrd="1" destOrd="0" parTransId="{EB2D3FF8-39D7-486E-AE3B-78C5DACE7541}" sibTransId="{D88B9B24-73D7-4303-95A5-E0EDCA8A0510}"/>
    <dgm:cxn modelId="{7D8EF3EA-2698-432B-B66C-6C1BEE10396D}" type="presOf" srcId="{7C86B0B1-158F-4826-B682-31162965E875}" destId="{340C16C4-92BC-44B5-995C-7CA01E6A65D6}" srcOrd="0" destOrd="0" presId="urn:microsoft.com/office/officeart/2005/8/layout/vList2"/>
    <dgm:cxn modelId="{050363EB-E0B1-45C9-B420-7DA0C215F968}" type="presOf" srcId="{9A2A46AB-5B57-4D60-A996-878C6F2A7FA6}" destId="{B5BB9D93-6082-46CE-B95F-F458D2645DE0}" srcOrd="0" destOrd="0" presId="urn:microsoft.com/office/officeart/2005/8/layout/vList2"/>
    <dgm:cxn modelId="{07714286-A78D-4EFF-81A1-34279ADB582C}" type="presParOf" srcId="{B5BB9D93-6082-46CE-B95F-F458D2645DE0}" destId="{340C16C4-92BC-44B5-995C-7CA01E6A65D6}" srcOrd="0" destOrd="0" presId="urn:microsoft.com/office/officeart/2005/8/layout/vList2"/>
    <dgm:cxn modelId="{C92EC90C-7D13-480F-832F-09F2A2EF8953}" type="presParOf" srcId="{B5BB9D93-6082-46CE-B95F-F458D2645DE0}" destId="{90F9DE43-CBF7-40D8-8BEF-03CF3D1F6BCB}" srcOrd="1" destOrd="0" presId="urn:microsoft.com/office/officeart/2005/8/layout/vList2"/>
    <dgm:cxn modelId="{67D8EA20-07FD-4DCF-9541-10FCF41779C5}" type="presParOf" srcId="{B5BB9D93-6082-46CE-B95F-F458D2645DE0}" destId="{60764BDF-C9F1-4CE7-8B71-5D28D2145753}" srcOrd="2" destOrd="0" presId="urn:microsoft.com/office/officeart/2005/8/layout/vList2"/>
    <dgm:cxn modelId="{7BBE9BA0-6726-41B7-B6BC-E170CE534BAD}" type="presParOf" srcId="{B5BB9D93-6082-46CE-B95F-F458D2645DE0}" destId="{44147ECA-2994-4BFE-BEE8-6713D6181AE9}" srcOrd="3" destOrd="0" presId="urn:microsoft.com/office/officeart/2005/8/layout/vList2"/>
    <dgm:cxn modelId="{D13212C3-02DA-4E8E-8085-73FC192B25CC}" type="presParOf" srcId="{B5BB9D93-6082-46CE-B95F-F458D2645DE0}" destId="{523DF132-849E-494F-A543-9E93CE92E494}" srcOrd="4" destOrd="0" presId="urn:microsoft.com/office/officeart/2005/8/layout/vList2"/>
    <dgm:cxn modelId="{D0C45246-F719-42A2-8D31-F10E5150C92A}" type="presParOf" srcId="{B5BB9D93-6082-46CE-B95F-F458D2645DE0}" destId="{9406476B-BD65-4557-A68C-6414FC8AA8C0}" srcOrd="5" destOrd="0" presId="urn:microsoft.com/office/officeart/2005/8/layout/vList2"/>
    <dgm:cxn modelId="{97C3807F-0078-48FE-A846-D17C87C293E5}" type="presParOf" srcId="{B5BB9D93-6082-46CE-B95F-F458D2645DE0}" destId="{6B69710F-7122-455F-A26F-A11B8CEC6399}" srcOrd="6" destOrd="0" presId="urn:microsoft.com/office/officeart/2005/8/layout/vList2"/>
    <dgm:cxn modelId="{4E8A45EA-559B-4B69-A148-08FEECA5A279}" type="presParOf" srcId="{B5BB9D93-6082-46CE-B95F-F458D2645DE0}" destId="{07A4B7A5-FA1E-4A9C-89BE-5D3099FC42D5}" srcOrd="7" destOrd="0" presId="urn:microsoft.com/office/officeart/2005/8/layout/vList2"/>
    <dgm:cxn modelId="{75D509A5-C528-4A29-A21D-CF23679E3B53}" type="presParOf" srcId="{B5BB9D93-6082-46CE-B95F-F458D2645DE0}" destId="{7E87182A-9639-496A-BC33-39C694F67D55}" srcOrd="8" destOrd="0" presId="urn:microsoft.com/office/officeart/2005/8/layout/vList2"/>
    <dgm:cxn modelId="{6F64D6B9-2F8F-4288-A191-D0C75568AFDE}" type="presParOf" srcId="{B5BB9D93-6082-46CE-B95F-F458D2645DE0}" destId="{237C43A5-8D80-4022-AF6E-C7D257730AFF}" srcOrd="9" destOrd="0" presId="urn:microsoft.com/office/officeart/2005/8/layout/vList2"/>
    <dgm:cxn modelId="{A773479E-8DC4-4492-B507-FB67E865590D}" type="presParOf" srcId="{B5BB9D93-6082-46CE-B95F-F458D2645DE0}" destId="{54D805BC-C5B0-4043-ABC5-88F4F51E62AE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A48F05-44B7-4BBA-9315-516678EEB347}">
      <dsp:nvSpPr>
        <dsp:cNvPr id="0" name=""/>
        <dsp:cNvSpPr/>
      </dsp:nvSpPr>
      <dsp:spPr>
        <a:xfrm>
          <a:off x="0" y="3324"/>
          <a:ext cx="5019561" cy="7080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2182FE-BB44-46F5-99B2-A7821D2EE208}">
      <dsp:nvSpPr>
        <dsp:cNvPr id="0" name=""/>
        <dsp:cNvSpPr/>
      </dsp:nvSpPr>
      <dsp:spPr>
        <a:xfrm>
          <a:off x="214188" y="162638"/>
          <a:ext cx="389434" cy="38943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EA12C7-F0E1-4B62-AD9D-577730E4B39F}">
      <dsp:nvSpPr>
        <dsp:cNvPr id="0" name=""/>
        <dsp:cNvSpPr/>
      </dsp:nvSpPr>
      <dsp:spPr>
        <a:xfrm>
          <a:off x="817812" y="3324"/>
          <a:ext cx="4201748" cy="708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937" tIns="74937" rIns="74937" bIns="74937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O sistema consiste em:</a:t>
          </a:r>
        </a:p>
      </dsp:txBody>
      <dsp:txXfrm>
        <a:off x="817812" y="3324"/>
        <a:ext cx="4201748" cy="708062"/>
      </dsp:txXfrm>
    </dsp:sp>
    <dsp:sp modelId="{EB17DEF7-9124-444B-B354-727011019824}">
      <dsp:nvSpPr>
        <dsp:cNvPr id="0" name=""/>
        <dsp:cNvSpPr/>
      </dsp:nvSpPr>
      <dsp:spPr>
        <a:xfrm>
          <a:off x="0" y="888402"/>
          <a:ext cx="5019561" cy="7080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0C8DCE-C1B3-4660-9106-2F9C51D3CAF7}">
      <dsp:nvSpPr>
        <dsp:cNvPr id="0" name=""/>
        <dsp:cNvSpPr/>
      </dsp:nvSpPr>
      <dsp:spPr>
        <a:xfrm>
          <a:off x="214188" y="1047716"/>
          <a:ext cx="389434" cy="38943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B73C61-A85B-40FC-900C-86BD188038CD}">
      <dsp:nvSpPr>
        <dsp:cNvPr id="0" name=""/>
        <dsp:cNvSpPr/>
      </dsp:nvSpPr>
      <dsp:spPr>
        <a:xfrm>
          <a:off x="817812" y="888402"/>
          <a:ext cx="4201748" cy="708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937" tIns="74937" rIns="74937" bIns="74937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- Servidor: Gerencia dados, expõe APIs REST e suporta RMI.</a:t>
          </a:r>
        </a:p>
      </dsp:txBody>
      <dsp:txXfrm>
        <a:off x="817812" y="888402"/>
        <a:ext cx="4201748" cy="708062"/>
      </dsp:txXfrm>
    </dsp:sp>
    <dsp:sp modelId="{4055D826-5CBF-4E1F-B511-E06C990AAC7C}">
      <dsp:nvSpPr>
        <dsp:cNvPr id="0" name=""/>
        <dsp:cNvSpPr/>
      </dsp:nvSpPr>
      <dsp:spPr>
        <a:xfrm>
          <a:off x="0" y="1773480"/>
          <a:ext cx="5019561" cy="7080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906A51-D6CA-4F46-8245-7F4845AA93B4}">
      <dsp:nvSpPr>
        <dsp:cNvPr id="0" name=""/>
        <dsp:cNvSpPr/>
      </dsp:nvSpPr>
      <dsp:spPr>
        <a:xfrm>
          <a:off x="214188" y="1932794"/>
          <a:ext cx="389434" cy="38943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193F3E-2E5B-4127-9E9A-B1B4AE539A21}">
      <dsp:nvSpPr>
        <dsp:cNvPr id="0" name=""/>
        <dsp:cNvSpPr/>
      </dsp:nvSpPr>
      <dsp:spPr>
        <a:xfrm>
          <a:off x="817812" y="1773480"/>
          <a:ext cx="4201748" cy="708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937" tIns="74937" rIns="74937" bIns="74937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- RMIClient: Conecta-se ao servidor para operações síncronas e notificações.</a:t>
          </a:r>
        </a:p>
      </dsp:txBody>
      <dsp:txXfrm>
        <a:off x="817812" y="1773480"/>
        <a:ext cx="4201748" cy="708062"/>
      </dsp:txXfrm>
    </dsp:sp>
    <dsp:sp modelId="{C68AE71D-6403-4815-A873-A1069B12585F}">
      <dsp:nvSpPr>
        <dsp:cNvPr id="0" name=""/>
        <dsp:cNvSpPr/>
      </dsp:nvSpPr>
      <dsp:spPr>
        <a:xfrm>
          <a:off x="0" y="2658558"/>
          <a:ext cx="5019561" cy="7080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43E276-B8FE-48D7-927E-9AB030175341}">
      <dsp:nvSpPr>
        <dsp:cNvPr id="0" name=""/>
        <dsp:cNvSpPr/>
      </dsp:nvSpPr>
      <dsp:spPr>
        <a:xfrm>
          <a:off x="214188" y="2817873"/>
          <a:ext cx="389434" cy="38943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8EB480-D075-45D6-ADDA-038B3BDC9C14}">
      <dsp:nvSpPr>
        <dsp:cNvPr id="0" name=""/>
        <dsp:cNvSpPr/>
      </dsp:nvSpPr>
      <dsp:spPr>
        <a:xfrm>
          <a:off x="817812" y="2658558"/>
          <a:ext cx="4201748" cy="708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937" tIns="74937" rIns="74937" bIns="74937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- HTTPClient: Interage com o servidor via </a:t>
          </a:r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API-REST.</a:t>
          </a:r>
        </a:p>
      </dsp:txBody>
      <dsp:txXfrm>
        <a:off x="817812" y="2658558"/>
        <a:ext cx="4201748" cy="708062"/>
      </dsp:txXfrm>
    </dsp:sp>
    <dsp:sp modelId="{07274E40-5CBF-4064-B560-0435A17BAA25}">
      <dsp:nvSpPr>
        <dsp:cNvPr id="0" name=""/>
        <dsp:cNvSpPr/>
      </dsp:nvSpPr>
      <dsp:spPr>
        <a:xfrm>
          <a:off x="0" y="3543637"/>
          <a:ext cx="5019561" cy="7080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5E020D-3732-468C-AC99-1DF1398120DD}">
      <dsp:nvSpPr>
        <dsp:cNvPr id="0" name=""/>
        <dsp:cNvSpPr/>
      </dsp:nvSpPr>
      <dsp:spPr>
        <a:xfrm>
          <a:off x="214188" y="3702951"/>
          <a:ext cx="389434" cy="38943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ABC611-9511-4DF7-BBEF-C2484476277A}">
      <dsp:nvSpPr>
        <dsp:cNvPr id="0" name=""/>
        <dsp:cNvSpPr/>
      </dsp:nvSpPr>
      <dsp:spPr>
        <a:xfrm>
          <a:off x="817812" y="3543637"/>
          <a:ext cx="4201748" cy="708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937" tIns="74937" rIns="74937" bIns="74937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Ambos os clientes utilizam o servidor para gerir e manipular dados como usuários, grupos e despesas.</a:t>
          </a:r>
        </a:p>
      </dsp:txBody>
      <dsp:txXfrm>
        <a:off x="817812" y="3543637"/>
        <a:ext cx="4201748" cy="70806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DFBAFD-DE9F-484B-94E6-57C8F935B0B1}">
      <dsp:nvSpPr>
        <dsp:cNvPr id="0" name=""/>
        <dsp:cNvSpPr/>
      </dsp:nvSpPr>
      <dsp:spPr>
        <a:xfrm>
          <a:off x="0" y="3324"/>
          <a:ext cx="5019561" cy="7080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265A71-C5EB-4A3B-BEFF-DAC85055D873}">
      <dsp:nvSpPr>
        <dsp:cNvPr id="0" name=""/>
        <dsp:cNvSpPr/>
      </dsp:nvSpPr>
      <dsp:spPr>
        <a:xfrm>
          <a:off x="214188" y="162638"/>
          <a:ext cx="389434" cy="38943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7FC328-CABF-4CB3-9858-AA9E2AC2B99E}">
      <dsp:nvSpPr>
        <dsp:cNvPr id="0" name=""/>
        <dsp:cNvSpPr/>
      </dsp:nvSpPr>
      <dsp:spPr>
        <a:xfrm>
          <a:off x="817812" y="3324"/>
          <a:ext cx="4201748" cy="708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937" tIns="74937" rIns="74937" bIns="74937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Componentes principais do servidor:</a:t>
          </a:r>
        </a:p>
      </dsp:txBody>
      <dsp:txXfrm>
        <a:off x="817812" y="3324"/>
        <a:ext cx="4201748" cy="708062"/>
      </dsp:txXfrm>
    </dsp:sp>
    <dsp:sp modelId="{825A44F4-6D7F-48DB-9FCC-8CBC4B2DC664}">
      <dsp:nvSpPr>
        <dsp:cNvPr id="0" name=""/>
        <dsp:cNvSpPr/>
      </dsp:nvSpPr>
      <dsp:spPr>
        <a:xfrm>
          <a:off x="0" y="888402"/>
          <a:ext cx="5019561" cy="7080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F658FF-4F2E-496B-AF94-1EDEC7944E05}">
      <dsp:nvSpPr>
        <dsp:cNvPr id="0" name=""/>
        <dsp:cNvSpPr/>
      </dsp:nvSpPr>
      <dsp:spPr>
        <a:xfrm>
          <a:off x="214188" y="1047716"/>
          <a:ext cx="389434" cy="38943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F4E49C-8CD0-4686-9744-274EFC560692}">
      <dsp:nvSpPr>
        <dsp:cNvPr id="0" name=""/>
        <dsp:cNvSpPr/>
      </dsp:nvSpPr>
      <dsp:spPr>
        <a:xfrm>
          <a:off x="817812" y="888402"/>
          <a:ext cx="4201748" cy="708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937" tIns="74937" rIns="74937" bIns="74937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- DATA: </a:t>
          </a:r>
          <a:r>
            <a:rPr lang="en-US" sz="1700" kern="1200" dirty="0" err="1"/>
            <a:t>Declaração</a:t>
          </a:r>
          <a:r>
            <a:rPr lang="en-US" sz="1700" kern="1200" dirty="0"/>
            <a:t> de </a:t>
          </a:r>
          <a:r>
            <a:rPr lang="en-US" sz="1700" kern="1200" dirty="0" err="1"/>
            <a:t>modelos</a:t>
          </a:r>
          <a:r>
            <a:rPr lang="en-US" sz="1700" kern="1200" dirty="0"/>
            <a:t> de </a:t>
          </a:r>
          <a:r>
            <a:rPr lang="en-US" sz="1700" kern="1200" dirty="0" err="1"/>
            <a:t>informação</a:t>
          </a:r>
          <a:r>
            <a:rPr lang="en-US" sz="1700" kern="1200" dirty="0"/>
            <a:t> </a:t>
          </a:r>
          <a:r>
            <a:rPr lang="en-US" sz="1700" kern="1200" dirty="0" err="1"/>
            <a:t>como</a:t>
          </a:r>
          <a:r>
            <a:rPr lang="en-US" sz="1700" kern="1200" dirty="0"/>
            <a:t> </a:t>
          </a:r>
          <a:r>
            <a:rPr lang="en-US" sz="1700" kern="1200" dirty="0" err="1"/>
            <a:t>Utilizador</a:t>
          </a:r>
          <a:r>
            <a:rPr lang="en-US" sz="1700" kern="1200" dirty="0"/>
            <a:t>, Grupo, </a:t>
          </a:r>
          <a:r>
            <a:rPr lang="en-US" sz="1700" kern="1200" dirty="0" err="1"/>
            <a:t>Despesa</a:t>
          </a:r>
          <a:r>
            <a:rPr lang="en-US" sz="1700" kern="1200" dirty="0"/>
            <a:t>.</a:t>
          </a:r>
        </a:p>
      </dsp:txBody>
      <dsp:txXfrm>
        <a:off x="817812" y="888402"/>
        <a:ext cx="4201748" cy="708062"/>
      </dsp:txXfrm>
    </dsp:sp>
    <dsp:sp modelId="{DACB643A-EA87-40A6-A53D-A1F9294D331C}">
      <dsp:nvSpPr>
        <dsp:cNvPr id="0" name=""/>
        <dsp:cNvSpPr/>
      </dsp:nvSpPr>
      <dsp:spPr>
        <a:xfrm>
          <a:off x="0" y="1773480"/>
          <a:ext cx="5019561" cy="7080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AC5B35-BE5E-4199-8861-D7ED9847E3AC}">
      <dsp:nvSpPr>
        <dsp:cNvPr id="0" name=""/>
        <dsp:cNvSpPr/>
      </dsp:nvSpPr>
      <dsp:spPr>
        <a:xfrm>
          <a:off x="214188" y="1932794"/>
          <a:ext cx="389434" cy="38943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7C1FE0-7C5E-4D0E-8246-EB3F1E8B607B}">
      <dsp:nvSpPr>
        <dsp:cNvPr id="0" name=""/>
        <dsp:cNvSpPr/>
      </dsp:nvSpPr>
      <dsp:spPr>
        <a:xfrm>
          <a:off x="817812" y="1773480"/>
          <a:ext cx="4201748" cy="708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937" tIns="74937" rIns="74937" bIns="74937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- DATABASE : Faz a </a:t>
          </a:r>
          <a:r>
            <a:rPr lang="en-US" sz="1700" kern="1200" dirty="0" err="1"/>
            <a:t>gestão</a:t>
          </a:r>
          <a:r>
            <a:rPr lang="en-US" sz="1700" kern="1200" dirty="0"/>
            <a:t> da </a:t>
          </a:r>
          <a:r>
            <a:rPr lang="en-US" sz="1700" kern="1200" dirty="0" err="1"/>
            <a:t>informação</a:t>
          </a:r>
          <a:r>
            <a:rPr lang="en-US" sz="1700" kern="1200" dirty="0"/>
            <a:t> com SQLite (</a:t>
          </a:r>
          <a:r>
            <a:rPr lang="en-US" sz="1700" kern="1200" dirty="0" err="1"/>
            <a:t>ManagerDB</a:t>
          </a:r>
          <a:r>
            <a:rPr lang="en-US" sz="1700" kern="1200" dirty="0"/>
            <a:t>).</a:t>
          </a:r>
        </a:p>
      </dsp:txBody>
      <dsp:txXfrm>
        <a:off x="817812" y="1773480"/>
        <a:ext cx="4201748" cy="708062"/>
      </dsp:txXfrm>
    </dsp:sp>
    <dsp:sp modelId="{25EBEE32-C61D-4E76-96DA-6417F8202538}">
      <dsp:nvSpPr>
        <dsp:cNvPr id="0" name=""/>
        <dsp:cNvSpPr/>
      </dsp:nvSpPr>
      <dsp:spPr>
        <a:xfrm>
          <a:off x="0" y="2658558"/>
          <a:ext cx="5019561" cy="7080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D98961-F656-443F-8F6B-439B9B6C5C07}">
      <dsp:nvSpPr>
        <dsp:cNvPr id="0" name=""/>
        <dsp:cNvSpPr/>
      </dsp:nvSpPr>
      <dsp:spPr>
        <a:xfrm>
          <a:off x="214188" y="2817873"/>
          <a:ext cx="389434" cy="38943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C40B37-835C-44A6-9242-17FA9400E663}">
      <dsp:nvSpPr>
        <dsp:cNvPr id="0" name=""/>
        <dsp:cNvSpPr/>
      </dsp:nvSpPr>
      <dsp:spPr>
        <a:xfrm>
          <a:off x="817812" y="2658558"/>
          <a:ext cx="4201748" cy="708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937" tIns="74937" rIns="74937" bIns="74937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- REST-API: </a:t>
          </a:r>
          <a:r>
            <a:rPr lang="en-US" sz="1700" kern="1200" dirty="0" err="1"/>
            <a:t>Controladores</a:t>
          </a:r>
          <a:r>
            <a:rPr lang="en-US" sz="1700" kern="1200" dirty="0"/>
            <a:t> para endpoints REST e </a:t>
          </a:r>
          <a:r>
            <a:rPr lang="en-US" sz="1700" kern="1200" dirty="0" err="1"/>
            <a:t>autenticação</a:t>
          </a:r>
          <a:r>
            <a:rPr lang="en-US" sz="1700" kern="1200" dirty="0"/>
            <a:t>.</a:t>
          </a:r>
        </a:p>
      </dsp:txBody>
      <dsp:txXfrm>
        <a:off x="817812" y="2658558"/>
        <a:ext cx="4201748" cy="708062"/>
      </dsp:txXfrm>
    </dsp:sp>
    <dsp:sp modelId="{CF11947B-0A93-40FC-B2F4-F3535DCDD160}">
      <dsp:nvSpPr>
        <dsp:cNvPr id="0" name=""/>
        <dsp:cNvSpPr/>
      </dsp:nvSpPr>
      <dsp:spPr>
        <a:xfrm>
          <a:off x="0" y="3543637"/>
          <a:ext cx="5019561" cy="7080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ADAEC4-1217-47C1-8C1D-2B57BEA5DDC5}">
      <dsp:nvSpPr>
        <dsp:cNvPr id="0" name=""/>
        <dsp:cNvSpPr/>
      </dsp:nvSpPr>
      <dsp:spPr>
        <a:xfrm>
          <a:off x="214188" y="3702951"/>
          <a:ext cx="389434" cy="38943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299612-D118-43AB-8A2E-2C07BE87E195}">
      <dsp:nvSpPr>
        <dsp:cNvPr id="0" name=""/>
        <dsp:cNvSpPr/>
      </dsp:nvSpPr>
      <dsp:spPr>
        <a:xfrm>
          <a:off x="817812" y="3543637"/>
          <a:ext cx="4201748" cy="708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937" tIns="74937" rIns="74937" bIns="74937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- RMI: Interfaces e </a:t>
          </a:r>
          <a:r>
            <a:rPr lang="en-US" sz="1700" kern="1200" dirty="0" err="1"/>
            <a:t>implementação</a:t>
          </a:r>
          <a:r>
            <a:rPr lang="en-US" sz="1700" kern="1200" dirty="0"/>
            <a:t> para </a:t>
          </a:r>
          <a:r>
            <a:rPr lang="en-US" sz="1700" kern="1200" dirty="0" err="1"/>
            <a:t>serviços</a:t>
          </a:r>
          <a:r>
            <a:rPr lang="en-US" sz="1700" kern="1200" dirty="0"/>
            <a:t> </a:t>
          </a:r>
          <a:r>
            <a:rPr lang="en-US" sz="1700" kern="1200" dirty="0" err="1"/>
            <a:t>remotos</a:t>
          </a:r>
          <a:r>
            <a:rPr lang="en-US" sz="1700" kern="1200" dirty="0"/>
            <a:t> (</a:t>
          </a:r>
          <a:r>
            <a:rPr lang="en-US" sz="1700" kern="1200" dirty="0" err="1"/>
            <a:t>RMIServer</a:t>
          </a:r>
          <a:r>
            <a:rPr lang="en-US" sz="1700" kern="1200" dirty="0"/>
            <a:t>).</a:t>
          </a:r>
        </a:p>
      </dsp:txBody>
      <dsp:txXfrm>
        <a:off x="817812" y="3543637"/>
        <a:ext cx="4201748" cy="70806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ADD68A-4AE0-4AA8-B9B3-8803DEF7DDBD}">
      <dsp:nvSpPr>
        <dsp:cNvPr id="0" name=""/>
        <dsp:cNvSpPr/>
      </dsp:nvSpPr>
      <dsp:spPr>
        <a:xfrm>
          <a:off x="0" y="1766"/>
          <a:ext cx="5019561" cy="89505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FC4C14-A097-47E0-9802-CF82FEFB0A64}">
      <dsp:nvSpPr>
        <dsp:cNvPr id="0" name=""/>
        <dsp:cNvSpPr/>
      </dsp:nvSpPr>
      <dsp:spPr>
        <a:xfrm>
          <a:off x="270752" y="203152"/>
          <a:ext cx="492278" cy="49227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35D2AE-F9A2-431E-BD7F-91E47C258FBF}">
      <dsp:nvSpPr>
        <dsp:cNvPr id="0" name=""/>
        <dsp:cNvSpPr/>
      </dsp:nvSpPr>
      <dsp:spPr>
        <a:xfrm>
          <a:off x="1033783" y="1766"/>
          <a:ext cx="3985777" cy="8950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4726" tIns="94726" rIns="94726" bIns="94726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1. </a:t>
          </a:r>
          <a:r>
            <a:rPr lang="en-US" sz="1800" kern="1200" dirty="0" err="1"/>
            <a:t>HTTPClient</a:t>
          </a:r>
          <a:r>
            <a:rPr lang="en-US" sz="1800" kern="1200" dirty="0"/>
            <a:t> </a:t>
          </a:r>
          <a:r>
            <a:rPr lang="en-US" sz="1800" kern="1200" dirty="0" err="1"/>
            <a:t>utiliza</a:t>
          </a:r>
          <a:r>
            <a:rPr lang="en-US" sz="1800" kern="1200" dirty="0"/>
            <a:t> a </a:t>
          </a:r>
          <a:r>
            <a:rPr lang="en-US" sz="1800" kern="1200" dirty="0" err="1"/>
            <a:t>classe</a:t>
          </a:r>
          <a:r>
            <a:rPr lang="en-US" sz="1800" kern="1200" dirty="0"/>
            <a:t> ‘</a:t>
          </a:r>
          <a:r>
            <a:rPr lang="en-US" sz="1800" kern="1200" dirty="0" err="1"/>
            <a:t>HttpClient</a:t>
          </a:r>
          <a:r>
            <a:rPr lang="en-US" sz="1800" kern="1200" dirty="0"/>
            <a:t>’ para </a:t>
          </a:r>
          <a:r>
            <a:rPr lang="en-US" sz="1800" kern="1200" dirty="0" err="1"/>
            <a:t>enviar</a:t>
          </a:r>
          <a:r>
            <a:rPr lang="en-US" sz="1800" kern="1200" dirty="0"/>
            <a:t> </a:t>
          </a:r>
          <a:r>
            <a:rPr lang="en-US" sz="1800" kern="1200" dirty="0" err="1"/>
            <a:t>pedidos</a:t>
          </a:r>
          <a:r>
            <a:rPr lang="en-US" sz="1800" kern="1200" dirty="0"/>
            <a:t> </a:t>
          </a:r>
          <a:r>
            <a:rPr lang="en-US" sz="1800" kern="1200" dirty="0" err="1"/>
            <a:t>ao</a:t>
          </a:r>
          <a:r>
            <a:rPr lang="en-US" sz="1800" kern="1200" dirty="0"/>
            <a:t> </a:t>
          </a:r>
          <a:r>
            <a:rPr lang="en-US" sz="1800" kern="1200" dirty="0" err="1"/>
            <a:t>servidor</a:t>
          </a:r>
          <a:r>
            <a:rPr lang="en-US" sz="1800" kern="1200" dirty="0"/>
            <a:t>.</a:t>
          </a:r>
        </a:p>
      </dsp:txBody>
      <dsp:txXfrm>
        <a:off x="1033783" y="1766"/>
        <a:ext cx="3985777" cy="895050"/>
      </dsp:txXfrm>
    </dsp:sp>
    <dsp:sp modelId="{7C261A05-78FD-4C1C-8164-E039FE10514A}">
      <dsp:nvSpPr>
        <dsp:cNvPr id="0" name=""/>
        <dsp:cNvSpPr/>
      </dsp:nvSpPr>
      <dsp:spPr>
        <a:xfrm>
          <a:off x="0" y="1120579"/>
          <a:ext cx="5019561" cy="89505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6756C1-C9FC-4405-9C60-04EA6063FD28}">
      <dsp:nvSpPr>
        <dsp:cNvPr id="0" name=""/>
        <dsp:cNvSpPr/>
      </dsp:nvSpPr>
      <dsp:spPr>
        <a:xfrm>
          <a:off x="270752" y="1321966"/>
          <a:ext cx="492278" cy="49227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CEF0F3-5992-496A-8657-5DD8A4D75F5E}">
      <dsp:nvSpPr>
        <dsp:cNvPr id="0" name=""/>
        <dsp:cNvSpPr/>
      </dsp:nvSpPr>
      <dsp:spPr>
        <a:xfrm>
          <a:off x="1033783" y="1120579"/>
          <a:ext cx="3985777" cy="8950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4726" tIns="94726" rIns="94726" bIns="94726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2. O </a:t>
          </a:r>
          <a:r>
            <a:rPr lang="en-US" sz="1800" kern="1200" dirty="0" err="1"/>
            <a:t>servidor</a:t>
          </a:r>
          <a:r>
            <a:rPr lang="en-US" sz="1800" kern="1200" dirty="0"/>
            <a:t> </a:t>
          </a:r>
          <a:r>
            <a:rPr lang="en-US" sz="1800" kern="1200" dirty="0" err="1"/>
            <a:t>processa</a:t>
          </a:r>
          <a:r>
            <a:rPr lang="en-US" sz="1800" kern="1200" dirty="0"/>
            <a:t> </a:t>
          </a:r>
          <a:r>
            <a:rPr lang="en-US" sz="1800" kern="1200" dirty="0" err="1"/>
            <a:t>os</a:t>
          </a:r>
          <a:r>
            <a:rPr lang="en-US" sz="1800" kern="1200" dirty="0"/>
            <a:t> </a:t>
          </a:r>
          <a:r>
            <a:rPr lang="en-US" sz="1800" kern="1200" dirty="0" err="1"/>
            <a:t>pedidos</a:t>
          </a:r>
          <a:r>
            <a:rPr lang="en-US" sz="1800" kern="1200" dirty="0"/>
            <a:t> </a:t>
          </a:r>
          <a:r>
            <a:rPr lang="en-US" sz="1800" kern="1200" dirty="0" err="1"/>
            <a:t>por</a:t>
          </a:r>
          <a:r>
            <a:rPr lang="en-US" sz="1800" kern="1200" dirty="0"/>
            <a:t> </a:t>
          </a:r>
          <a:r>
            <a:rPr lang="en-US" sz="1800" kern="1200" dirty="0" err="1"/>
            <a:t>meio</a:t>
          </a:r>
          <a:r>
            <a:rPr lang="en-US" sz="1800" kern="1200" dirty="0"/>
            <a:t> dos </a:t>
          </a:r>
          <a:r>
            <a:rPr lang="en-US" sz="1800" kern="1200" dirty="0" err="1"/>
            <a:t>controladores</a:t>
          </a:r>
          <a:r>
            <a:rPr lang="en-US" sz="1800" kern="1200" dirty="0"/>
            <a:t> REST.</a:t>
          </a:r>
        </a:p>
      </dsp:txBody>
      <dsp:txXfrm>
        <a:off x="1033783" y="1120579"/>
        <a:ext cx="3985777" cy="895050"/>
      </dsp:txXfrm>
    </dsp:sp>
    <dsp:sp modelId="{F8BBEFDD-2379-43B4-B8E0-C9EEDB16B258}">
      <dsp:nvSpPr>
        <dsp:cNvPr id="0" name=""/>
        <dsp:cNvSpPr/>
      </dsp:nvSpPr>
      <dsp:spPr>
        <a:xfrm>
          <a:off x="0" y="2239393"/>
          <a:ext cx="5019561" cy="89505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C65B32-89E0-4339-AF8D-F72B98B5F0FB}">
      <dsp:nvSpPr>
        <dsp:cNvPr id="0" name=""/>
        <dsp:cNvSpPr/>
      </dsp:nvSpPr>
      <dsp:spPr>
        <a:xfrm>
          <a:off x="270752" y="2440779"/>
          <a:ext cx="492278" cy="49227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301CAA-1320-4A7A-906D-97ABB40D3F5D}">
      <dsp:nvSpPr>
        <dsp:cNvPr id="0" name=""/>
        <dsp:cNvSpPr/>
      </dsp:nvSpPr>
      <dsp:spPr>
        <a:xfrm>
          <a:off x="1033783" y="2239393"/>
          <a:ext cx="3985777" cy="8950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4726" tIns="94726" rIns="94726" bIns="94726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3. Dados </a:t>
          </a:r>
          <a:r>
            <a:rPr lang="en-US" sz="1800" kern="1200" dirty="0" err="1"/>
            <a:t>persistentes</a:t>
          </a:r>
          <a:r>
            <a:rPr lang="en-US" sz="1800" kern="1200" dirty="0"/>
            <a:t> </a:t>
          </a:r>
          <a:r>
            <a:rPr lang="en-US" sz="1800" kern="1200" dirty="0" err="1"/>
            <a:t>são</a:t>
          </a:r>
          <a:r>
            <a:rPr lang="en-US" sz="1800" kern="1200" dirty="0"/>
            <a:t> </a:t>
          </a:r>
          <a:r>
            <a:rPr lang="en-US" sz="1800" kern="1200" dirty="0" err="1"/>
            <a:t>geridos</a:t>
          </a:r>
          <a:r>
            <a:rPr lang="en-US" sz="1800" kern="1200" dirty="0"/>
            <a:t> </a:t>
          </a:r>
          <a:r>
            <a:rPr lang="en-US" sz="1800" kern="1200" dirty="0" err="1"/>
            <a:t>pelo</a:t>
          </a:r>
          <a:r>
            <a:rPr lang="en-US" sz="1800" kern="1200" dirty="0"/>
            <a:t> `</a:t>
          </a:r>
          <a:r>
            <a:rPr lang="en-US" sz="1800" kern="1200" dirty="0" err="1"/>
            <a:t>ManagerDB</a:t>
          </a:r>
          <a:r>
            <a:rPr lang="en-US" sz="1800" kern="1200" dirty="0"/>
            <a:t>`.</a:t>
          </a:r>
        </a:p>
      </dsp:txBody>
      <dsp:txXfrm>
        <a:off x="1033783" y="2239393"/>
        <a:ext cx="3985777" cy="895050"/>
      </dsp:txXfrm>
    </dsp:sp>
    <dsp:sp modelId="{9D741DB7-39B9-46A6-AB8D-9B042844D475}">
      <dsp:nvSpPr>
        <dsp:cNvPr id="0" name=""/>
        <dsp:cNvSpPr/>
      </dsp:nvSpPr>
      <dsp:spPr>
        <a:xfrm>
          <a:off x="0" y="3358207"/>
          <a:ext cx="5019561" cy="89505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C73938-6FDD-4A26-B52E-9D11A252C3D8}">
      <dsp:nvSpPr>
        <dsp:cNvPr id="0" name=""/>
        <dsp:cNvSpPr/>
      </dsp:nvSpPr>
      <dsp:spPr>
        <a:xfrm>
          <a:off x="270752" y="3559593"/>
          <a:ext cx="492278" cy="49227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219CC9-444B-42D1-AD9B-F785824597FC}">
      <dsp:nvSpPr>
        <dsp:cNvPr id="0" name=""/>
        <dsp:cNvSpPr/>
      </dsp:nvSpPr>
      <dsp:spPr>
        <a:xfrm>
          <a:off x="1033783" y="3358207"/>
          <a:ext cx="3985777" cy="8950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4726" tIns="94726" rIns="94726" bIns="94726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4. Respostas são retornadas ao cliente, incluindo mensagens de erro ou sucesso.</a:t>
          </a:r>
        </a:p>
      </dsp:txBody>
      <dsp:txXfrm>
        <a:off x="1033783" y="3358207"/>
        <a:ext cx="3985777" cy="89505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55C962-C633-43B6-8B72-F90AD9265282}">
      <dsp:nvSpPr>
        <dsp:cNvPr id="0" name=""/>
        <dsp:cNvSpPr/>
      </dsp:nvSpPr>
      <dsp:spPr>
        <a:xfrm>
          <a:off x="615757" y="1243"/>
          <a:ext cx="910353" cy="91035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C62C2A-3F7F-4AEF-874B-7C4141FEE4F9}">
      <dsp:nvSpPr>
        <dsp:cNvPr id="0" name=""/>
        <dsp:cNvSpPr/>
      </dsp:nvSpPr>
      <dsp:spPr>
        <a:xfrm>
          <a:off x="809767" y="195253"/>
          <a:ext cx="522333" cy="52233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A2F32D-AAF0-4785-A95C-D0A77FAAE84B}">
      <dsp:nvSpPr>
        <dsp:cNvPr id="0" name=""/>
        <dsp:cNvSpPr/>
      </dsp:nvSpPr>
      <dsp:spPr>
        <a:xfrm>
          <a:off x="324743" y="1195150"/>
          <a:ext cx="1492382" cy="596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1. </a:t>
          </a:r>
          <a:r>
            <a:rPr lang="en-US" sz="1100" kern="1200" dirty="0" err="1"/>
            <a:t>RMIClient</a:t>
          </a:r>
          <a:r>
            <a:rPr lang="en-US" sz="1100" kern="1200" dirty="0"/>
            <a:t> </a:t>
          </a:r>
          <a:r>
            <a:rPr lang="en-US" sz="1100" kern="1200" dirty="0" err="1"/>
            <a:t>conecta</a:t>
          </a:r>
          <a:r>
            <a:rPr lang="en-US" sz="1100" kern="1200" dirty="0"/>
            <a:t>-se </a:t>
          </a:r>
          <a:r>
            <a:rPr lang="en-US" sz="1100" kern="1200" dirty="0" err="1"/>
            <a:t>ao</a:t>
          </a:r>
          <a:r>
            <a:rPr lang="en-US" sz="1100" kern="1200" dirty="0"/>
            <a:t> </a:t>
          </a:r>
          <a:r>
            <a:rPr lang="en-US" sz="1100" kern="1200" dirty="0" err="1"/>
            <a:t>RMIServer</a:t>
          </a:r>
          <a:r>
            <a:rPr lang="en-US" sz="1100" kern="1200" dirty="0"/>
            <a:t> </a:t>
          </a:r>
          <a:r>
            <a:rPr lang="en-US" sz="1100" kern="1200" dirty="0" err="1"/>
            <a:t>ao</a:t>
          </a:r>
          <a:r>
            <a:rPr lang="en-US" sz="1100" kern="1200" dirty="0"/>
            <a:t> usar a interface `</a:t>
          </a:r>
          <a:r>
            <a:rPr lang="en-US" sz="1100" kern="1200" dirty="0" err="1"/>
            <a:t>RemoteServiceInterface</a:t>
          </a:r>
          <a:r>
            <a:rPr lang="en-US" sz="1100" kern="1200" dirty="0"/>
            <a:t>`.</a:t>
          </a:r>
        </a:p>
      </dsp:txBody>
      <dsp:txXfrm>
        <a:off x="324743" y="1195150"/>
        <a:ext cx="1492382" cy="596953"/>
      </dsp:txXfrm>
    </dsp:sp>
    <dsp:sp modelId="{D7E22825-12F3-4D22-B3D6-41FB22B5C729}">
      <dsp:nvSpPr>
        <dsp:cNvPr id="0" name=""/>
        <dsp:cNvSpPr/>
      </dsp:nvSpPr>
      <dsp:spPr>
        <a:xfrm>
          <a:off x="2369307" y="1243"/>
          <a:ext cx="910353" cy="91035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00BF96-D6A8-40D2-A8C5-8081A9A6DD8C}">
      <dsp:nvSpPr>
        <dsp:cNvPr id="0" name=""/>
        <dsp:cNvSpPr/>
      </dsp:nvSpPr>
      <dsp:spPr>
        <a:xfrm>
          <a:off x="2563317" y="195253"/>
          <a:ext cx="522333" cy="52233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FEC256-B1A8-49EE-8842-6341BAC01A5B}">
      <dsp:nvSpPr>
        <dsp:cNvPr id="0" name=""/>
        <dsp:cNvSpPr/>
      </dsp:nvSpPr>
      <dsp:spPr>
        <a:xfrm>
          <a:off x="2078292" y="1195150"/>
          <a:ext cx="1492382" cy="596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2. </a:t>
          </a:r>
          <a:r>
            <a:rPr lang="en-US" sz="1100" kern="1200" dirty="0" err="1"/>
            <a:t>Métodos</a:t>
          </a:r>
          <a:r>
            <a:rPr lang="en-US" sz="1100" kern="1200" dirty="0"/>
            <a:t> </a:t>
          </a:r>
          <a:r>
            <a:rPr lang="en-US" sz="1100" kern="1200" dirty="0" err="1"/>
            <a:t>remotos</a:t>
          </a:r>
          <a:r>
            <a:rPr lang="en-US" sz="1100" kern="1200" dirty="0"/>
            <a:t> </a:t>
          </a:r>
          <a:r>
            <a:rPr lang="en-US" sz="1100" kern="1200" dirty="0" err="1"/>
            <a:t>permitem</a:t>
          </a:r>
          <a:r>
            <a:rPr lang="en-US" sz="1100" kern="1200" dirty="0"/>
            <a:t> </a:t>
          </a:r>
          <a:r>
            <a:rPr lang="en-US" sz="1100" kern="1200" dirty="0" err="1"/>
            <a:t>chamadas</a:t>
          </a:r>
          <a:r>
            <a:rPr lang="en-US" sz="1100" kern="1200" dirty="0"/>
            <a:t> </a:t>
          </a:r>
          <a:r>
            <a:rPr lang="en-US" sz="1100" kern="1200" dirty="0" err="1"/>
            <a:t>diretas</a:t>
          </a:r>
          <a:r>
            <a:rPr lang="en-US" sz="1100" kern="1200" dirty="0"/>
            <a:t> para </a:t>
          </a:r>
          <a:r>
            <a:rPr lang="en-US" sz="1100" kern="1200" dirty="0" err="1"/>
            <a:t>operações</a:t>
          </a:r>
          <a:r>
            <a:rPr lang="en-US" sz="1100" kern="1200" dirty="0"/>
            <a:t> no </a:t>
          </a:r>
          <a:r>
            <a:rPr lang="en-US" sz="1100" kern="1200" dirty="0" err="1"/>
            <a:t>servidor</a:t>
          </a:r>
          <a:r>
            <a:rPr lang="en-US" sz="1100" kern="1200" dirty="0"/>
            <a:t>.</a:t>
          </a:r>
        </a:p>
      </dsp:txBody>
      <dsp:txXfrm>
        <a:off x="2078292" y="1195150"/>
        <a:ext cx="1492382" cy="596953"/>
      </dsp:txXfrm>
    </dsp:sp>
    <dsp:sp modelId="{601316F2-4C1B-43B4-A0B5-15E8A355F8B8}">
      <dsp:nvSpPr>
        <dsp:cNvPr id="0" name=""/>
        <dsp:cNvSpPr/>
      </dsp:nvSpPr>
      <dsp:spPr>
        <a:xfrm>
          <a:off x="1492532" y="2311756"/>
          <a:ext cx="910353" cy="91035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24D89A-AA02-4EB3-97FF-A028712C2B7B}">
      <dsp:nvSpPr>
        <dsp:cNvPr id="0" name=""/>
        <dsp:cNvSpPr/>
      </dsp:nvSpPr>
      <dsp:spPr>
        <a:xfrm>
          <a:off x="1679773" y="2522072"/>
          <a:ext cx="522333" cy="52233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44C681-1AA6-44A2-97D4-E3F691115F98}">
      <dsp:nvSpPr>
        <dsp:cNvPr id="0" name=""/>
        <dsp:cNvSpPr/>
      </dsp:nvSpPr>
      <dsp:spPr>
        <a:xfrm>
          <a:off x="1201518" y="3360348"/>
          <a:ext cx="1492382" cy="596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3. </a:t>
          </a:r>
          <a:r>
            <a:rPr lang="en-US" sz="1100" kern="1200" dirty="0" err="1"/>
            <a:t>Notificações</a:t>
          </a:r>
          <a:r>
            <a:rPr lang="en-US" sz="1100" kern="1200" dirty="0"/>
            <a:t> </a:t>
          </a:r>
          <a:r>
            <a:rPr lang="en-US" sz="1100" kern="1200" dirty="0" err="1"/>
            <a:t>em</a:t>
          </a:r>
          <a:r>
            <a:rPr lang="en-US" sz="1100" kern="1200" dirty="0"/>
            <a:t> tempo real </a:t>
          </a:r>
          <a:r>
            <a:rPr lang="en-US" sz="1100" kern="1200" dirty="0" err="1"/>
            <a:t>são</a:t>
          </a:r>
          <a:r>
            <a:rPr lang="en-US" sz="1100" kern="1200" dirty="0"/>
            <a:t> </a:t>
          </a:r>
          <a:r>
            <a:rPr lang="en-US" sz="1100" kern="1200" dirty="0" err="1"/>
            <a:t>enviadas</a:t>
          </a:r>
          <a:r>
            <a:rPr lang="en-US" sz="1100" kern="1200" dirty="0"/>
            <a:t> </a:t>
          </a:r>
          <a:r>
            <a:rPr lang="en-US" sz="1100" kern="1200" dirty="0" err="1"/>
            <a:t>pelo</a:t>
          </a:r>
          <a:r>
            <a:rPr lang="en-US" sz="1100" kern="1200" dirty="0"/>
            <a:t> </a:t>
          </a:r>
          <a:r>
            <a:rPr lang="en-US" sz="1100" kern="1200" dirty="0" err="1"/>
            <a:t>servidor</a:t>
          </a:r>
          <a:r>
            <a:rPr lang="en-US" sz="1100" kern="1200" dirty="0"/>
            <a:t> via `</a:t>
          </a:r>
          <a:r>
            <a:rPr lang="en-US" sz="1100" kern="1200" dirty="0" err="1"/>
            <a:t>ClientNotificationInterface</a:t>
          </a:r>
          <a:r>
            <a:rPr lang="en-US" sz="1100" kern="1200" dirty="0"/>
            <a:t>`.</a:t>
          </a:r>
        </a:p>
      </dsp:txBody>
      <dsp:txXfrm>
        <a:off x="1201518" y="3360348"/>
        <a:ext cx="1492382" cy="59695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20C0CB-B1FA-47B0-B760-F8B673155F5A}">
      <dsp:nvSpPr>
        <dsp:cNvPr id="0" name=""/>
        <dsp:cNvSpPr/>
      </dsp:nvSpPr>
      <dsp:spPr>
        <a:xfrm>
          <a:off x="0" y="3324"/>
          <a:ext cx="5019561" cy="7080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BBCED4-1A86-4B64-9565-BB3F0FCCBE89}">
      <dsp:nvSpPr>
        <dsp:cNvPr id="0" name=""/>
        <dsp:cNvSpPr/>
      </dsp:nvSpPr>
      <dsp:spPr>
        <a:xfrm>
          <a:off x="214188" y="162638"/>
          <a:ext cx="389434" cy="38943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52E2A7-CE5F-4EB8-B9B1-50933797BE65}">
      <dsp:nvSpPr>
        <dsp:cNvPr id="0" name=""/>
        <dsp:cNvSpPr/>
      </dsp:nvSpPr>
      <dsp:spPr>
        <a:xfrm>
          <a:off x="817812" y="3324"/>
          <a:ext cx="4201748" cy="708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937" tIns="74937" rIns="74937" bIns="7493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ServerApplication: Ponto de entrada do servidor.</a:t>
          </a:r>
        </a:p>
      </dsp:txBody>
      <dsp:txXfrm>
        <a:off x="817812" y="3324"/>
        <a:ext cx="4201748" cy="708062"/>
      </dsp:txXfrm>
    </dsp:sp>
    <dsp:sp modelId="{19DD0C4D-ACB4-4726-A8A3-8160EC7817C6}">
      <dsp:nvSpPr>
        <dsp:cNvPr id="0" name=""/>
        <dsp:cNvSpPr/>
      </dsp:nvSpPr>
      <dsp:spPr>
        <a:xfrm>
          <a:off x="0" y="888402"/>
          <a:ext cx="5019561" cy="7080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DB198C-8B1E-49CE-938B-2C1C57CAF8C2}">
      <dsp:nvSpPr>
        <dsp:cNvPr id="0" name=""/>
        <dsp:cNvSpPr/>
      </dsp:nvSpPr>
      <dsp:spPr>
        <a:xfrm>
          <a:off x="214188" y="1047716"/>
          <a:ext cx="389434" cy="38943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DEE5B1-6D95-476E-859D-CD456C3935A8}">
      <dsp:nvSpPr>
        <dsp:cNvPr id="0" name=""/>
        <dsp:cNvSpPr/>
      </dsp:nvSpPr>
      <dsp:spPr>
        <a:xfrm>
          <a:off x="817812" y="888402"/>
          <a:ext cx="4201748" cy="708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937" tIns="74937" rIns="74937" bIns="7493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ManagerDB: Realiza operações na base de dados SQLite.</a:t>
          </a:r>
        </a:p>
      </dsp:txBody>
      <dsp:txXfrm>
        <a:off x="817812" y="888402"/>
        <a:ext cx="4201748" cy="708062"/>
      </dsp:txXfrm>
    </dsp:sp>
    <dsp:sp modelId="{14CEAEB8-B7F0-49E7-BE9C-A8713CD7634C}">
      <dsp:nvSpPr>
        <dsp:cNvPr id="0" name=""/>
        <dsp:cNvSpPr/>
      </dsp:nvSpPr>
      <dsp:spPr>
        <a:xfrm>
          <a:off x="0" y="1773480"/>
          <a:ext cx="5019561" cy="7080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F01DC8-1B17-43E6-AABB-2C9FE3F06609}">
      <dsp:nvSpPr>
        <dsp:cNvPr id="0" name=""/>
        <dsp:cNvSpPr/>
      </dsp:nvSpPr>
      <dsp:spPr>
        <a:xfrm>
          <a:off x="214188" y="1932794"/>
          <a:ext cx="389434" cy="38943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19EF42-B1C6-47DC-93E6-E46A94ED2A2C}">
      <dsp:nvSpPr>
        <dsp:cNvPr id="0" name=""/>
        <dsp:cNvSpPr/>
      </dsp:nvSpPr>
      <dsp:spPr>
        <a:xfrm>
          <a:off x="817812" y="1773480"/>
          <a:ext cx="4201748" cy="708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937" tIns="74937" rIns="74937" bIns="7493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ExpenseController, UserController: APIs REST.</a:t>
          </a:r>
        </a:p>
      </dsp:txBody>
      <dsp:txXfrm>
        <a:off x="817812" y="1773480"/>
        <a:ext cx="4201748" cy="708062"/>
      </dsp:txXfrm>
    </dsp:sp>
    <dsp:sp modelId="{BF6EBD66-2A67-470D-8A52-259EEE7D9EE9}">
      <dsp:nvSpPr>
        <dsp:cNvPr id="0" name=""/>
        <dsp:cNvSpPr/>
      </dsp:nvSpPr>
      <dsp:spPr>
        <a:xfrm>
          <a:off x="0" y="2658558"/>
          <a:ext cx="5019561" cy="7080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4D677E-DFA5-458B-8F9E-7BFFDE715E7F}">
      <dsp:nvSpPr>
        <dsp:cNvPr id="0" name=""/>
        <dsp:cNvSpPr/>
      </dsp:nvSpPr>
      <dsp:spPr>
        <a:xfrm>
          <a:off x="214188" y="2817873"/>
          <a:ext cx="389434" cy="38943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B2E803-6BAB-4954-A283-357CDB1C3B2A}">
      <dsp:nvSpPr>
        <dsp:cNvPr id="0" name=""/>
        <dsp:cNvSpPr/>
      </dsp:nvSpPr>
      <dsp:spPr>
        <a:xfrm>
          <a:off x="817812" y="2658558"/>
          <a:ext cx="4201748" cy="708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937" tIns="74937" rIns="74937" bIns="7493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RMIServer: Implementa interfaces e gere clientes RMI.</a:t>
          </a:r>
        </a:p>
      </dsp:txBody>
      <dsp:txXfrm>
        <a:off x="817812" y="2658558"/>
        <a:ext cx="4201748" cy="708062"/>
      </dsp:txXfrm>
    </dsp:sp>
    <dsp:sp modelId="{B5F560E8-0921-4C68-BB0C-0C6E109931DB}">
      <dsp:nvSpPr>
        <dsp:cNvPr id="0" name=""/>
        <dsp:cNvSpPr/>
      </dsp:nvSpPr>
      <dsp:spPr>
        <a:xfrm>
          <a:off x="0" y="3543637"/>
          <a:ext cx="5019561" cy="7080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B6C2B0-16D0-48D2-A13D-1484745A0C89}">
      <dsp:nvSpPr>
        <dsp:cNvPr id="0" name=""/>
        <dsp:cNvSpPr/>
      </dsp:nvSpPr>
      <dsp:spPr>
        <a:xfrm>
          <a:off x="214188" y="3702951"/>
          <a:ext cx="389434" cy="38943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507EC7-0627-47DC-B085-87D6BD7DD24B}">
      <dsp:nvSpPr>
        <dsp:cNvPr id="0" name=""/>
        <dsp:cNvSpPr/>
      </dsp:nvSpPr>
      <dsp:spPr>
        <a:xfrm>
          <a:off x="817812" y="3543637"/>
          <a:ext cx="4201748" cy="708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937" tIns="74937" rIns="74937" bIns="7493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TokenService: Gera e valida tokens de autenticação.</a:t>
          </a:r>
        </a:p>
      </dsp:txBody>
      <dsp:txXfrm>
        <a:off x="817812" y="3543637"/>
        <a:ext cx="4201748" cy="70806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5F06CE-6A17-47F0-B1B2-1C41B51E8BE9}">
      <dsp:nvSpPr>
        <dsp:cNvPr id="0" name=""/>
        <dsp:cNvSpPr/>
      </dsp:nvSpPr>
      <dsp:spPr>
        <a:xfrm>
          <a:off x="0" y="519"/>
          <a:ext cx="5019561" cy="121542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C924CD-6266-45F7-A254-C578644DEDCB}">
      <dsp:nvSpPr>
        <dsp:cNvPr id="0" name=""/>
        <dsp:cNvSpPr/>
      </dsp:nvSpPr>
      <dsp:spPr>
        <a:xfrm>
          <a:off x="367665" y="273989"/>
          <a:ext cx="668483" cy="66848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F34D18-D01C-4CE5-B8B8-4847A5D87D4A}">
      <dsp:nvSpPr>
        <dsp:cNvPr id="0" name=""/>
        <dsp:cNvSpPr/>
      </dsp:nvSpPr>
      <dsp:spPr>
        <a:xfrm>
          <a:off x="1403815" y="519"/>
          <a:ext cx="3615745" cy="12154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632" tIns="128632" rIns="128632" bIns="128632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- HttpClient: Responsável pelo envio de pedidos HTTP ao servidor.</a:t>
          </a:r>
        </a:p>
      </dsp:txBody>
      <dsp:txXfrm>
        <a:off x="1403815" y="519"/>
        <a:ext cx="3615745" cy="1215424"/>
      </dsp:txXfrm>
    </dsp:sp>
    <dsp:sp modelId="{4A2A6129-D4BD-4B6F-84E6-96C5FC4FE0E6}">
      <dsp:nvSpPr>
        <dsp:cNvPr id="0" name=""/>
        <dsp:cNvSpPr/>
      </dsp:nvSpPr>
      <dsp:spPr>
        <a:xfrm>
          <a:off x="0" y="1519799"/>
          <a:ext cx="5019561" cy="121542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1774A7-43C3-4C0F-B64D-8B9A0B3325F8}">
      <dsp:nvSpPr>
        <dsp:cNvPr id="0" name=""/>
        <dsp:cNvSpPr/>
      </dsp:nvSpPr>
      <dsp:spPr>
        <a:xfrm>
          <a:off x="367665" y="1793270"/>
          <a:ext cx="668483" cy="66848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039E83-EA76-4F80-B38E-DC12E329FA32}">
      <dsp:nvSpPr>
        <dsp:cNvPr id="0" name=""/>
        <dsp:cNvSpPr/>
      </dsp:nvSpPr>
      <dsp:spPr>
        <a:xfrm>
          <a:off x="1403815" y="1519799"/>
          <a:ext cx="3615745" cy="12154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632" tIns="128632" rIns="128632" bIns="128632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- AppHttp: Faz a gestão das interações do cliente HTTP com o servidor.</a:t>
          </a:r>
        </a:p>
      </dsp:txBody>
      <dsp:txXfrm>
        <a:off x="1403815" y="1519799"/>
        <a:ext cx="3615745" cy="1215424"/>
      </dsp:txXfrm>
    </dsp:sp>
    <dsp:sp modelId="{2949861F-D967-432C-8EBF-7FD2B77A54C0}">
      <dsp:nvSpPr>
        <dsp:cNvPr id="0" name=""/>
        <dsp:cNvSpPr/>
      </dsp:nvSpPr>
      <dsp:spPr>
        <a:xfrm>
          <a:off x="0" y="3039080"/>
          <a:ext cx="5019561" cy="121542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559B80-207C-4663-BC8C-A785C4E095EB}">
      <dsp:nvSpPr>
        <dsp:cNvPr id="0" name=""/>
        <dsp:cNvSpPr/>
      </dsp:nvSpPr>
      <dsp:spPr>
        <a:xfrm>
          <a:off x="367665" y="3312550"/>
          <a:ext cx="668483" cy="66848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BC0555-FB20-44CA-80A9-22143467F069}">
      <dsp:nvSpPr>
        <dsp:cNvPr id="0" name=""/>
        <dsp:cNvSpPr/>
      </dsp:nvSpPr>
      <dsp:spPr>
        <a:xfrm>
          <a:off x="1403815" y="3039080"/>
          <a:ext cx="3615745" cy="12154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632" tIns="128632" rIns="128632" bIns="128632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- TokenManager: Lida com tokens para autenticação segura.</a:t>
          </a:r>
        </a:p>
      </dsp:txBody>
      <dsp:txXfrm>
        <a:off x="1403815" y="3039080"/>
        <a:ext cx="3615745" cy="121542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FAD53F-C986-49E2-A300-0BCF7DB89A89}">
      <dsp:nvSpPr>
        <dsp:cNvPr id="0" name=""/>
        <dsp:cNvSpPr/>
      </dsp:nvSpPr>
      <dsp:spPr>
        <a:xfrm>
          <a:off x="0" y="488"/>
          <a:ext cx="4722223" cy="114321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2869DF-CB8F-4596-B8A3-AE69A6BD27F1}">
      <dsp:nvSpPr>
        <dsp:cNvPr id="0" name=""/>
        <dsp:cNvSpPr/>
      </dsp:nvSpPr>
      <dsp:spPr>
        <a:xfrm>
          <a:off x="345821" y="257711"/>
          <a:ext cx="628767" cy="62876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013DCB-896A-433A-8171-FB9BA58D7622}">
      <dsp:nvSpPr>
        <dsp:cNvPr id="0" name=""/>
        <dsp:cNvSpPr/>
      </dsp:nvSpPr>
      <dsp:spPr>
        <a:xfrm>
          <a:off x="1320410" y="488"/>
          <a:ext cx="3401812" cy="11432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90" tIns="120990" rIns="120990" bIns="12099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- </a:t>
          </a:r>
          <a:r>
            <a:rPr lang="en-US" sz="2400" kern="1200" dirty="0" err="1"/>
            <a:t>RMIClient</a:t>
          </a:r>
          <a:r>
            <a:rPr lang="en-US" sz="2400" kern="1200" dirty="0"/>
            <a:t>: Faz a </a:t>
          </a:r>
          <a:r>
            <a:rPr lang="en-US" sz="2400" kern="1200" dirty="0" err="1"/>
            <a:t>gestão</a:t>
          </a:r>
          <a:r>
            <a:rPr lang="en-US" sz="2400" kern="1200" dirty="0"/>
            <a:t> da </a:t>
          </a:r>
          <a:r>
            <a:rPr lang="en-US" sz="2400" kern="1200" dirty="0" err="1"/>
            <a:t>conexão</a:t>
          </a:r>
          <a:r>
            <a:rPr lang="en-US" sz="2400" kern="1200" dirty="0"/>
            <a:t> RMI com o </a:t>
          </a:r>
          <a:r>
            <a:rPr lang="en-US" sz="2400" kern="1200" dirty="0" err="1"/>
            <a:t>servidor</a:t>
          </a:r>
          <a:r>
            <a:rPr lang="en-US" sz="2400" kern="1200" dirty="0"/>
            <a:t>.</a:t>
          </a:r>
        </a:p>
      </dsp:txBody>
      <dsp:txXfrm>
        <a:off x="1320410" y="488"/>
        <a:ext cx="3401812" cy="1143212"/>
      </dsp:txXfrm>
    </dsp:sp>
    <dsp:sp modelId="{EA179057-6792-4EC3-A37D-FABAE650EDA5}">
      <dsp:nvSpPr>
        <dsp:cNvPr id="0" name=""/>
        <dsp:cNvSpPr/>
      </dsp:nvSpPr>
      <dsp:spPr>
        <a:xfrm>
          <a:off x="0" y="1429504"/>
          <a:ext cx="4722223" cy="114321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07CBB9-CDCB-40F0-86D8-D60F077D8497}">
      <dsp:nvSpPr>
        <dsp:cNvPr id="0" name=""/>
        <dsp:cNvSpPr/>
      </dsp:nvSpPr>
      <dsp:spPr>
        <a:xfrm>
          <a:off x="345821" y="1686727"/>
          <a:ext cx="628767" cy="62876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9DAEBE-EF57-414C-BEC3-AF8D4A18CE9F}">
      <dsp:nvSpPr>
        <dsp:cNvPr id="0" name=""/>
        <dsp:cNvSpPr/>
      </dsp:nvSpPr>
      <dsp:spPr>
        <a:xfrm>
          <a:off x="1320410" y="1429504"/>
          <a:ext cx="3401812" cy="11432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90" tIns="120990" rIns="120990" bIns="12099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- </a:t>
          </a:r>
          <a:r>
            <a:rPr lang="en-US" sz="2400" kern="1200" dirty="0" err="1"/>
            <a:t>AppRMI</a:t>
          </a:r>
          <a:r>
            <a:rPr lang="en-US" sz="2400" kern="1200" dirty="0"/>
            <a:t>: Ponto de entrada para </a:t>
          </a:r>
          <a:r>
            <a:rPr lang="en-US" sz="2400" kern="1200" dirty="0" err="1"/>
            <a:t>interações</a:t>
          </a:r>
          <a:r>
            <a:rPr lang="en-US" sz="2400" kern="1200" dirty="0"/>
            <a:t> RMI no </a:t>
          </a:r>
          <a:r>
            <a:rPr lang="en-US" sz="2400" kern="1200" dirty="0" err="1"/>
            <a:t>cliente</a:t>
          </a:r>
          <a:r>
            <a:rPr lang="en-US" sz="2400" kern="1200" dirty="0"/>
            <a:t>.</a:t>
          </a:r>
        </a:p>
      </dsp:txBody>
      <dsp:txXfrm>
        <a:off x="1320410" y="1429504"/>
        <a:ext cx="3401812" cy="1143212"/>
      </dsp:txXfrm>
    </dsp:sp>
    <dsp:sp modelId="{A68EB704-2279-430B-894F-4F70626693CA}">
      <dsp:nvSpPr>
        <dsp:cNvPr id="0" name=""/>
        <dsp:cNvSpPr/>
      </dsp:nvSpPr>
      <dsp:spPr>
        <a:xfrm>
          <a:off x="0" y="2858520"/>
          <a:ext cx="4722223" cy="114321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694F73-6A21-4777-BC9D-6DDD5FD7DE10}">
      <dsp:nvSpPr>
        <dsp:cNvPr id="0" name=""/>
        <dsp:cNvSpPr/>
      </dsp:nvSpPr>
      <dsp:spPr>
        <a:xfrm>
          <a:off x="345821" y="3115743"/>
          <a:ext cx="628767" cy="62876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4DF555-D3D5-4F30-8EF5-393B389276DC}">
      <dsp:nvSpPr>
        <dsp:cNvPr id="0" name=""/>
        <dsp:cNvSpPr/>
      </dsp:nvSpPr>
      <dsp:spPr>
        <a:xfrm>
          <a:off x="1320410" y="2858520"/>
          <a:ext cx="3401812" cy="11432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90" tIns="120990" rIns="120990" bIns="12099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- </a:t>
          </a:r>
          <a:r>
            <a:rPr lang="en-US" sz="2400" kern="1200" dirty="0" err="1"/>
            <a:t>AsyncServerListener</a:t>
          </a:r>
          <a:r>
            <a:rPr lang="en-US" sz="2400" kern="1200" dirty="0"/>
            <a:t>: </a:t>
          </a:r>
          <a:r>
            <a:rPr lang="en-US" sz="2400" kern="1200" dirty="0" err="1"/>
            <a:t>Recebe</a:t>
          </a:r>
          <a:r>
            <a:rPr lang="en-US" sz="2400" kern="1200" dirty="0"/>
            <a:t> </a:t>
          </a:r>
          <a:r>
            <a:rPr lang="en-US" sz="2400" kern="1200" dirty="0" err="1"/>
            <a:t>notificações</a:t>
          </a:r>
          <a:r>
            <a:rPr lang="en-US" sz="2400" kern="1200" dirty="0"/>
            <a:t> </a:t>
          </a:r>
          <a:r>
            <a:rPr lang="en-US" sz="2400" kern="1200" dirty="0" err="1"/>
            <a:t>assíncronas</a:t>
          </a:r>
          <a:r>
            <a:rPr lang="en-US" sz="2400" kern="1200" dirty="0"/>
            <a:t> do </a:t>
          </a:r>
          <a:r>
            <a:rPr lang="en-US" sz="2400" kern="1200" dirty="0" err="1"/>
            <a:t>servidor</a:t>
          </a:r>
          <a:r>
            <a:rPr lang="en-US" sz="2400" kern="1200" dirty="0"/>
            <a:t>.</a:t>
          </a:r>
        </a:p>
      </dsp:txBody>
      <dsp:txXfrm>
        <a:off x="1320410" y="2858520"/>
        <a:ext cx="3401812" cy="114321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5E5DF2-C3BA-46C7-A029-FE66A11720BC}">
      <dsp:nvSpPr>
        <dsp:cNvPr id="0" name=""/>
        <dsp:cNvSpPr/>
      </dsp:nvSpPr>
      <dsp:spPr>
        <a:xfrm>
          <a:off x="0" y="1766"/>
          <a:ext cx="5019561" cy="89505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077ADB-8198-4EE8-A92C-79CFFDC38CBA}">
      <dsp:nvSpPr>
        <dsp:cNvPr id="0" name=""/>
        <dsp:cNvSpPr/>
      </dsp:nvSpPr>
      <dsp:spPr>
        <a:xfrm>
          <a:off x="270752" y="203152"/>
          <a:ext cx="492278" cy="49227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846C5C-83AC-4BDD-8481-6D22EE027E29}">
      <dsp:nvSpPr>
        <dsp:cNvPr id="0" name=""/>
        <dsp:cNvSpPr/>
      </dsp:nvSpPr>
      <dsp:spPr>
        <a:xfrm>
          <a:off x="1033783" y="1766"/>
          <a:ext cx="3985777" cy="8950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4726" tIns="94726" rIns="94726" bIns="94726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Autenticação de clientes com tokens.</a:t>
          </a:r>
        </a:p>
      </dsp:txBody>
      <dsp:txXfrm>
        <a:off x="1033783" y="1766"/>
        <a:ext cx="3985777" cy="895050"/>
      </dsp:txXfrm>
    </dsp:sp>
    <dsp:sp modelId="{57295F9D-3C06-48D9-A680-18C7D3EEC2A4}">
      <dsp:nvSpPr>
        <dsp:cNvPr id="0" name=""/>
        <dsp:cNvSpPr/>
      </dsp:nvSpPr>
      <dsp:spPr>
        <a:xfrm>
          <a:off x="0" y="1120579"/>
          <a:ext cx="5019561" cy="89505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CCF842-CD11-4B9F-994F-3ABC74A04E47}">
      <dsp:nvSpPr>
        <dsp:cNvPr id="0" name=""/>
        <dsp:cNvSpPr/>
      </dsp:nvSpPr>
      <dsp:spPr>
        <a:xfrm>
          <a:off x="270752" y="1321966"/>
          <a:ext cx="492278" cy="49227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13B521-16D9-4E23-A183-3792F56BD3BB}">
      <dsp:nvSpPr>
        <dsp:cNvPr id="0" name=""/>
        <dsp:cNvSpPr/>
      </dsp:nvSpPr>
      <dsp:spPr>
        <a:xfrm>
          <a:off x="1033783" y="1120579"/>
          <a:ext cx="3985777" cy="8950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4726" tIns="94726" rIns="94726" bIns="94726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Gestão de despesas e grupos.</a:t>
          </a:r>
        </a:p>
      </dsp:txBody>
      <dsp:txXfrm>
        <a:off x="1033783" y="1120579"/>
        <a:ext cx="3985777" cy="895050"/>
      </dsp:txXfrm>
    </dsp:sp>
    <dsp:sp modelId="{EC583338-98F3-41A6-9B7F-7B15F7AB8C81}">
      <dsp:nvSpPr>
        <dsp:cNvPr id="0" name=""/>
        <dsp:cNvSpPr/>
      </dsp:nvSpPr>
      <dsp:spPr>
        <a:xfrm>
          <a:off x="0" y="2239393"/>
          <a:ext cx="5019561" cy="89505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162F4D-A29F-4F20-A7E9-4AE5F5D12606}">
      <dsp:nvSpPr>
        <dsp:cNvPr id="0" name=""/>
        <dsp:cNvSpPr/>
      </dsp:nvSpPr>
      <dsp:spPr>
        <a:xfrm>
          <a:off x="270752" y="2440779"/>
          <a:ext cx="492278" cy="49227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061A47-CE70-4F08-9799-7554EEEB4A74}">
      <dsp:nvSpPr>
        <dsp:cNvPr id="0" name=""/>
        <dsp:cNvSpPr/>
      </dsp:nvSpPr>
      <dsp:spPr>
        <a:xfrm>
          <a:off x="1033783" y="2239393"/>
          <a:ext cx="3985777" cy="8950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4726" tIns="94726" rIns="94726" bIns="94726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Notificações em tempo real para atualizações de grupo.</a:t>
          </a:r>
        </a:p>
      </dsp:txBody>
      <dsp:txXfrm>
        <a:off x="1033783" y="2239393"/>
        <a:ext cx="3985777" cy="895050"/>
      </dsp:txXfrm>
    </dsp:sp>
    <dsp:sp modelId="{EBA8112C-1A20-4CE8-942E-9462F5AA801F}">
      <dsp:nvSpPr>
        <dsp:cNvPr id="0" name=""/>
        <dsp:cNvSpPr/>
      </dsp:nvSpPr>
      <dsp:spPr>
        <a:xfrm>
          <a:off x="0" y="3358207"/>
          <a:ext cx="5019561" cy="89505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473044-923A-4310-ADC1-B7B3F4DCF175}">
      <dsp:nvSpPr>
        <dsp:cNvPr id="0" name=""/>
        <dsp:cNvSpPr/>
      </dsp:nvSpPr>
      <dsp:spPr>
        <a:xfrm>
          <a:off x="270752" y="3559593"/>
          <a:ext cx="492278" cy="49227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DCC03F-F51F-4B33-B969-6EE14821E5B9}">
      <dsp:nvSpPr>
        <dsp:cNvPr id="0" name=""/>
        <dsp:cNvSpPr/>
      </dsp:nvSpPr>
      <dsp:spPr>
        <a:xfrm>
          <a:off x="1033783" y="3358207"/>
          <a:ext cx="3985777" cy="8950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4726" tIns="94726" rIns="94726" bIns="94726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Operações síncronas e assíncronas via RMI e REST.</a:t>
          </a:r>
        </a:p>
      </dsp:txBody>
      <dsp:txXfrm>
        <a:off x="1033783" y="3358207"/>
        <a:ext cx="3985777" cy="89505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0C16C4-92BC-44B5-995C-7CA01E6A65D6}">
      <dsp:nvSpPr>
        <dsp:cNvPr id="0" name=""/>
        <dsp:cNvSpPr/>
      </dsp:nvSpPr>
      <dsp:spPr>
        <a:xfrm>
          <a:off x="0" y="614611"/>
          <a:ext cx="5019561" cy="456300"/>
        </a:xfrm>
        <a:prstGeom prst="roundRect">
          <a:avLst/>
        </a:prstGeom>
        <a:solidFill>
          <a:schemeClr val="tx2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HTTP:</a:t>
          </a:r>
        </a:p>
      </dsp:txBody>
      <dsp:txXfrm>
        <a:off x="22275" y="636886"/>
        <a:ext cx="4975011" cy="411750"/>
      </dsp:txXfrm>
    </dsp:sp>
    <dsp:sp modelId="{60764BDF-C9F1-4CE7-8B71-5D28D2145753}">
      <dsp:nvSpPr>
        <dsp:cNvPr id="0" name=""/>
        <dsp:cNvSpPr/>
      </dsp:nvSpPr>
      <dsp:spPr>
        <a:xfrm>
          <a:off x="0" y="1128511"/>
          <a:ext cx="5019561" cy="456300"/>
        </a:xfrm>
        <a:prstGeom prst="roundRect">
          <a:avLst/>
        </a:prstGeom>
        <a:gradFill rotWithShape="0">
          <a:gsLst>
            <a:gs pos="0">
              <a:schemeClr val="accent5">
                <a:hueOff val="-661711"/>
                <a:satOff val="-3554"/>
                <a:lumOff val="1216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-661711"/>
                <a:satOff val="-3554"/>
                <a:lumOff val="1216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- Baseado em requisições/respostas síncronas.</a:t>
          </a:r>
        </a:p>
      </dsp:txBody>
      <dsp:txXfrm>
        <a:off x="22275" y="1150786"/>
        <a:ext cx="4975011" cy="411750"/>
      </dsp:txXfrm>
    </dsp:sp>
    <dsp:sp modelId="{523DF132-849E-494F-A543-9E93CE92E494}">
      <dsp:nvSpPr>
        <dsp:cNvPr id="0" name=""/>
        <dsp:cNvSpPr/>
      </dsp:nvSpPr>
      <dsp:spPr>
        <a:xfrm>
          <a:off x="0" y="1642412"/>
          <a:ext cx="5019561" cy="456300"/>
        </a:xfrm>
        <a:prstGeom prst="roundRect">
          <a:avLst/>
        </a:prstGeom>
        <a:gradFill rotWithShape="0">
          <a:gsLst>
            <a:gs pos="0">
              <a:schemeClr val="accent5">
                <a:hueOff val="-1323423"/>
                <a:satOff val="-7108"/>
                <a:lumOff val="2431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-1323423"/>
                <a:satOff val="-7108"/>
                <a:lumOff val="2431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- Usa APIs REST.</a:t>
          </a:r>
        </a:p>
      </dsp:txBody>
      <dsp:txXfrm>
        <a:off x="22275" y="1664687"/>
        <a:ext cx="4975011" cy="411750"/>
      </dsp:txXfrm>
    </dsp:sp>
    <dsp:sp modelId="{6B69710F-7122-455F-A26F-A11B8CEC6399}">
      <dsp:nvSpPr>
        <dsp:cNvPr id="0" name=""/>
        <dsp:cNvSpPr/>
      </dsp:nvSpPr>
      <dsp:spPr>
        <a:xfrm>
          <a:off x="0" y="2156312"/>
          <a:ext cx="5019561" cy="456300"/>
        </a:xfrm>
        <a:prstGeom prst="roundRect">
          <a:avLst/>
        </a:prstGeom>
        <a:solidFill>
          <a:schemeClr val="tx2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RMI:</a:t>
          </a:r>
        </a:p>
      </dsp:txBody>
      <dsp:txXfrm>
        <a:off x="22275" y="2178587"/>
        <a:ext cx="4975011" cy="411750"/>
      </dsp:txXfrm>
    </dsp:sp>
    <dsp:sp modelId="{7E87182A-9639-496A-BC33-39C694F67D55}">
      <dsp:nvSpPr>
        <dsp:cNvPr id="0" name=""/>
        <dsp:cNvSpPr/>
      </dsp:nvSpPr>
      <dsp:spPr>
        <a:xfrm>
          <a:off x="0" y="2670212"/>
          <a:ext cx="5019561" cy="456300"/>
        </a:xfrm>
        <a:prstGeom prst="roundRect">
          <a:avLst/>
        </a:prstGeom>
        <a:gradFill rotWithShape="0">
          <a:gsLst>
            <a:gs pos="0">
              <a:schemeClr val="accent5">
                <a:hueOff val="-2646845"/>
                <a:satOff val="-14216"/>
                <a:lumOff val="4862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-2646845"/>
                <a:satOff val="-14216"/>
                <a:lumOff val="4862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- Permite chamadas remotas diretas.</a:t>
          </a:r>
        </a:p>
      </dsp:txBody>
      <dsp:txXfrm>
        <a:off x="22275" y="2692487"/>
        <a:ext cx="4975011" cy="411750"/>
      </dsp:txXfrm>
    </dsp:sp>
    <dsp:sp modelId="{54D805BC-C5B0-4043-ABC5-88F4F51E62AE}">
      <dsp:nvSpPr>
        <dsp:cNvPr id="0" name=""/>
        <dsp:cNvSpPr/>
      </dsp:nvSpPr>
      <dsp:spPr>
        <a:xfrm>
          <a:off x="0" y="3184112"/>
          <a:ext cx="5019561" cy="456300"/>
        </a:xfrm>
        <a:prstGeom prst="roundRect">
          <a:avLst/>
        </a:prstGeom>
        <a:gradFill rotWithShape="0">
          <a:gsLst>
            <a:gs pos="0">
              <a:schemeClr val="accent5">
                <a:hueOff val="-3308557"/>
                <a:satOff val="-17770"/>
                <a:lumOff val="6078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-3308557"/>
                <a:satOff val="-17770"/>
                <a:lumOff val="6078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- Suporta notificações em tempo real.</a:t>
          </a:r>
        </a:p>
      </dsp:txBody>
      <dsp:txXfrm>
        <a:off x="22275" y="3206387"/>
        <a:ext cx="4975011" cy="4117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179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337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406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40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656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611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434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805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653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grafia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977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0800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692705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6072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7407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na de 3 Imag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2991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1505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20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2021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6C68F39D-867D-4AFF-94C4-C3829AD5C5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4002" cy="6858001"/>
            <a:chOff x="0" y="-1"/>
            <a:chExt cx="12192003" cy="6858001"/>
          </a:xfrm>
        </p:grpSpPr>
        <p:sp useBgFill="1">
          <p:nvSpPr>
            <p:cNvPr id="10" name="Rectangle 9">
              <a:extLst>
                <a:ext uri="{FF2B5EF4-FFF2-40B4-BE49-F238E27FC236}">
                  <a16:creationId xmlns:a16="http://schemas.microsoft.com/office/drawing/2014/main" id="{8EC3C6AD-76A6-4B9E-9700-E70BCEA5BC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2">
              <a:extLst>
                <a:ext uri="{FF2B5EF4-FFF2-40B4-BE49-F238E27FC236}">
                  <a16:creationId xmlns:a16="http://schemas.microsoft.com/office/drawing/2014/main" id="{DC213DD1-BF02-41F7-80A7-E6A5694F57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6="http://schemas.microsoft.com/office/drawing/2014/main" xmlns:a14="http://schemas.microsoft.com/office/drawing/2010/main" xmlns:p14="http://schemas.microsoft.com/office/powerpoint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52549" y="1122363"/>
            <a:ext cx="4048450" cy="2387600"/>
          </a:xfrm>
        </p:spPr>
        <p:txBody>
          <a:bodyPr>
            <a:normAutofit/>
          </a:bodyPr>
          <a:lstStyle/>
          <a:p>
            <a:r>
              <a:rPr lang="pt-PT" sz="3700"/>
              <a:t>Arquitetura e Comunicação dos Programas Java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23172" y="3602038"/>
            <a:ext cx="4077827" cy="1655762"/>
          </a:xfrm>
        </p:spPr>
        <p:txBody>
          <a:bodyPr>
            <a:normAutofit/>
          </a:bodyPr>
          <a:lstStyle/>
          <a:p>
            <a:r>
              <a:t>Server, RMIClient e HTTPClient</a:t>
            </a:r>
          </a:p>
        </p:txBody>
      </p:sp>
      <p:pic>
        <p:nvPicPr>
          <p:cNvPr id="5" name="Picture 4" descr="Fundo de tecnologia de redes e blocos azuis">
            <a:extLst>
              <a:ext uri="{FF2B5EF4-FFF2-40B4-BE49-F238E27FC236}">
                <a16:creationId xmlns:a16="http://schemas.microsoft.com/office/drawing/2014/main" id="{E74139FD-AFDD-6065-7405-BABD9512D25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286" r="51197" b="-446"/>
          <a:stretch/>
        </p:blipFill>
        <p:spPr>
          <a:xfrm>
            <a:off x="-4197" y="10"/>
            <a:ext cx="3476686" cy="685799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4466CCD0-FEF9-460D-9FB6-11613A492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0"/>
            <a:ext cx="1728807" cy="6858001"/>
            <a:chOff x="0" y="0"/>
            <a:chExt cx="2305051" cy="6858001"/>
          </a:xfrm>
          <a:solidFill>
            <a:schemeClr val="tx1">
              <a:alpha val="70000"/>
            </a:schemeClr>
          </a:solidFill>
          <a:effectLst/>
        </p:grpSpPr>
        <p:sp>
          <p:nvSpPr>
            <p:cNvPr id="14" name="Rectangle 5">
              <a:extLst>
                <a:ext uri="{FF2B5EF4-FFF2-40B4-BE49-F238E27FC236}">
                  <a16:creationId xmlns:a16="http://schemas.microsoft.com/office/drawing/2014/main" id="{F642B7E9-F9AF-4BC0-B586-E7B0E8E87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16CE5EA6-3C76-4E5C-9257-D6A61A31C5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DD7BCC42-B325-4F92-B500-14A2933DA3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7" name="Rectangle 8">
              <a:extLst>
                <a:ext uri="{FF2B5EF4-FFF2-40B4-BE49-F238E27FC236}">
                  <a16:creationId xmlns:a16="http://schemas.microsoft.com/office/drawing/2014/main" id="{197BF445-29BA-4C54-A1B4-A4390F0225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B10C1630-E8C0-489C-8FFB-C9BBAEDE7A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B8778BE5-6D1F-4629-A045-8A87E2C756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A7885ADB-F1C4-4FF3-93CD-7C9337E87D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59FC4F71-6E39-414E-9F39-CE1479FF81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3FC9614F-1D2C-4CAC-8CE9-32DC7D8636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3" name="Freeform 14">
              <a:extLst>
                <a:ext uri="{FF2B5EF4-FFF2-40B4-BE49-F238E27FC236}">
                  <a16:creationId xmlns:a16="http://schemas.microsoft.com/office/drawing/2014/main" id="{2A872F50-76EA-4A5B-AA68-3CE2E26738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4" name="Freeform 15">
              <a:extLst>
                <a:ext uri="{FF2B5EF4-FFF2-40B4-BE49-F238E27FC236}">
                  <a16:creationId xmlns:a16="http://schemas.microsoft.com/office/drawing/2014/main" id="{CE389546-6A1F-4203-ACD1-BC17DDBFB0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5" name="Freeform 16">
              <a:extLst>
                <a:ext uri="{FF2B5EF4-FFF2-40B4-BE49-F238E27FC236}">
                  <a16:creationId xmlns:a16="http://schemas.microsoft.com/office/drawing/2014/main" id="{1BA89DC9-FE9A-4228-A4BE-D3A37F865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6" name="Freeform 17">
              <a:extLst>
                <a:ext uri="{FF2B5EF4-FFF2-40B4-BE49-F238E27FC236}">
                  <a16:creationId xmlns:a16="http://schemas.microsoft.com/office/drawing/2014/main" id="{FA3E79A5-9B81-48B5-B96F-8D55B02FD5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7" name="Freeform 18">
              <a:extLst>
                <a:ext uri="{FF2B5EF4-FFF2-40B4-BE49-F238E27FC236}">
                  <a16:creationId xmlns:a16="http://schemas.microsoft.com/office/drawing/2014/main" id="{A76D4D27-C537-45E4-96DE-C5FD2C9A37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8" name="Freeform 19">
              <a:extLst>
                <a:ext uri="{FF2B5EF4-FFF2-40B4-BE49-F238E27FC236}">
                  <a16:creationId xmlns:a16="http://schemas.microsoft.com/office/drawing/2014/main" id="{C1B158DD-2DCB-42FF-B1FE-3C947FEF02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9" name="Freeform 20">
              <a:extLst>
                <a:ext uri="{FF2B5EF4-FFF2-40B4-BE49-F238E27FC236}">
                  <a16:creationId xmlns:a16="http://schemas.microsoft.com/office/drawing/2014/main" id="{3307DC3E-0C6E-4E70-AFA2-96538CE3CD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0" name="Freeform 21">
              <a:extLst>
                <a:ext uri="{FF2B5EF4-FFF2-40B4-BE49-F238E27FC236}">
                  <a16:creationId xmlns:a16="http://schemas.microsoft.com/office/drawing/2014/main" id="{53A9F721-7EE3-4844-BB91-0B995BAC15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1" name="Freeform 22">
              <a:extLst>
                <a:ext uri="{FF2B5EF4-FFF2-40B4-BE49-F238E27FC236}">
                  <a16:creationId xmlns:a16="http://schemas.microsoft.com/office/drawing/2014/main" id="{8F057800-5B8F-4775-805B-89727A78A8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2" name="Freeform 23">
              <a:extLst>
                <a:ext uri="{FF2B5EF4-FFF2-40B4-BE49-F238E27FC236}">
                  <a16:creationId xmlns:a16="http://schemas.microsoft.com/office/drawing/2014/main" id="{FC6DF692-3394-4FDD-92BA-CA0C41EBC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3" name="Freeform 24">
              <a:extLst>
                <a:ext uri="{FF2B5EF4-FFF2-40B4-BE49-F238E27FC236}">
                  <a16:creationId xmlns:a16="http://schemas.microsoft.com/office/drawing/2014/main" id="{B825CD97-262B-4A33-B1E5-55F0D81F40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4" name="Freeform 25">
              <a:extLst>
                <a:ext uri="{FF2B5EF4-FFF2-40B4-BE49-F238E27FC236}">
                  <a16:creationId xmlns:a16="http://schemas.microsoft.com/office/drawing/2014/main" id="{F00EA2FE-C735-4E1E-B9DC-636C49061F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5" name="Freeform 26">
              <a:extLst>
                <a:ext uri="{FF2B5EF4-FFF2-40B4-BE49-F238E27FC236}">
                  <a16:creationId xmlns:a16="http://schemas.microsoft.com/office/drawing/2014/main" id="{95B50260-0DDF-4260-8DC1-D504B06435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6" name="Freeform 27">
              <a:extLst>
                <a:ext uri="{FF2B5EF4-FFF2-40B4-BE49-F238E27FC236}">
                  <a16:creationId xmlns:a16="http://schemas.microsoft.com/office/drawing/2014/main" id="{BBB491EB-35C1-4159-94B2-A367ADC134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7" name="Freeform 28">
              <a:extLst>
                <a:ext uri="{FF2B5EF4-FFF2-40B4-BE49-F238E27FC236}">
                  <a16:creationId xmlns:a16="http://schemas.microsoft.com/office/drawing/2014/main" id="{7EAA4E1C-EC83-44E0-A4AB-4B0F509A8C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8" name="Freeform 29">
              <a:extLst>
                <a:ext uri="{FF2B5EF4-FFF2-40B4-BE49-F238E27FC236}">
                  <a16:creationId xmlns:a16="http://schemas.microsoft.com/office/drawing/2014/main" id="{BE561717-C43F-46C1-BBCE-C830DE4A19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9" name="Freeform 30">
              <a:extLst>
                <a:ext uri="{FF2B5EF4-FFF2-40B4-BE49-F238E27FC236}">
                  <a16:creationId xmlns:a16="http://schemas.microsoft.com/office/drawing/2014/main" id="{CC840BC4-F1CE-4A1B-A1DE-BB922689E2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40" name="Freeform 31">
              <a:extLst>
                <a:ext uri="{FF2B5EF4-FFF2-40B4-BE49-F238E27FC236}">
                  <a16:creationId xmlns:a16="http://schemas.microsoft.com/office/drawing/2014/main" id="{03B586C7-6126-46E0-9BEF-522798686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41" name="Freeform 32">
              <a:extLst>
                <a:ext uri="{FF2B5EF4-FFF2-40B4-BE49-F238E27FC236}">
                  <a16:creationId xmlns:a16="http://schemas.microsoft.com/office/drawing/2014/main" id="{45C5C565-0EB6-4E0C-9752-84084CDBB8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42" name="Rectangle 33">
              <a:extLst>
                <a:ext uri="{FF2B5EF4-FFF2-40B4-BE49-F238E27FC236}">
                  <a16:creationId xmlns:a16="http://schemas.microsoft.com/office/drawing/2014/main" id="{5CABC7BF-500C-4275-9EAA-9563EF43C6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43" name="Freeform 34">
              <a:extLst>
                <a:ext uri="{FF2B5EF4-FFF2-40B4-BE49-F238E27FC236}">
                  <a16:creationId xmlns:a16="http://schemas.microsoft.com/office/drawing/2014/main" id="{C7AA982B-BB49-4311-A724-81AAF8AB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44" name="Freeform 35">
              <a:extLst>
                <a:ext uri="{FF2B5EF4-FFF2-40B4-BE49-F238E27FC236}">
                  <a16:creationId xmlns:a16="http://schemas.microsoft.com/office/drawing/2014/main" id="{89D49DD1-C07D-4ADD-BD4A-D6AA725758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45" name="Freeform 36">
              <a:extLst>
                <a:ext uri="{FF2B5EF4-FFF2-40B4-BE49-F238E27FC236}">
                  <a16:creationId xmlns:a16="http://schemas.microsoft.com/office/drawing/2014/main" id="{4359B9DB-1A95-4934-A839-A76774D792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46" name="Freeform 37">
              <a:extLst>
                <a:ext uri="{FF2B5EF4-FFF2-40B4-BE49-F238E27FC236}">
                  <a16:creationId xmlns:a16="http://schemas.microsoft.com/office/drawing/2014/main" id="{2B7EEF08-F28B-48E9-BA1D-E61AC62013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47" name="Freeform 38">
              <a:extLst>
                <a:ext uri="{FF2B5EF4-FFF2-40B4-BE49-F238E27FC236}">
                  <a16:creationId xmlns:a16="http://schemas.microsoft.com/office/drawing/2014/main" id="{E846B9B0-7D1C-4E1B-9256-7F25E8E887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48" name="Freeform 39">
              <a:extLst>
                <a:ext uri="{FF2B5EF4-FFF2-40B4-BE49-F238E27FC236}">
                  <a16:creationId xmlns:a16="http://schemas.microsoft.com/office/drawing/2014/main" id="{E31B0CE6-7913-4D1C-AC18-2ED44DF92F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49" name="Freeform 40">
              <a:extLst>
                <a:ext uri="{FF2B5EF4-FFF2-40B4-BE49-F238E27FC236}">
                  <a16:creationId xmlns:a16="http://schemas.microsoft.com/office/drawing/2014/main" id="{0F3517CE-D006-4218-9BB0-65269371EF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0" name="Freeform 41">
              <a:extLst>
                <a:ext uri="{FF2B5EF4-FFF2-40B4-BE49-F238E27FC236}">
                  <a16:creationId xmlns:a16="http://schemas.microsoft.com/office/drawing/2014/main" id="{DE7DB798-CAAE-42A3-BDFE-D6AD0E0DA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" name="Freeform 42">
              <a:extLst>
                <a:ext uri="{FF2B5EF4-FFF2-40B4-BE49-F238E27FC236}">
                  <a16:creationId xmlns:a16="http://schemas.microsoft.com/office/drawing/2014/main" id="{07A53F87-B4E0-4C4E-B913-D336D8993D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" name="Freeform 43">
              <a:extLst>
                <a:ext uri="{FF2B5EF4-FFF2-40B4-BE49-F238E27FC236}">
                  <a16:creationId xmlns:a16="http://schemas.microsoft.com/office/drawing/2014/main" id="{587D3AD0-B188-4D2E-A497-5180C1F225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3" name="Freeform 44">
              <a:extLst>
                <a:ext uri="{FF2B5EF4-FFF2-40B4-BE49-F238E27FC236}">
                  <a16:creationId xmlns:a16="http://schemas.microsoft.com/office/drawing/2014/main" id="{E8B4429B-56DB-4ED5-8296-1C4EB6AE0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4" name="Rectangle 45">
              <a:extLst>
                <a:ext uri="{FF2B5EF4-FFF2-40B4-BE49-F238E27FC236}">
                  <a16:creationId xmlns:a16="http://schemas.microsoft.com/office/drawing/2014/main" id="{ABBE178E-641F-4008-8760-5134D226AA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5" name="Freeform 46">
              <a:extLst>
                <a:ext uri="{FF2B5EF4-FFF2-40B4-BE49-F238E27FC236}">
                  <a16:creationId xmlns:a16="http://schemas.microsoft.com/office/drawing/2014/main" id="{BB7A09DD-4AE2-4235-BCBA-B52CB79867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6" name="Freeform 47">
              <a:extLst>
                <a:ext uri="{FF2B5EF4-FFF2-40B4-BE49-F238E27FC236}">
                  <a16:creationId xmlns:a16="http://schemas.microsoft.com/office/drawing/2014/main" id="{64DBEF94-3525-4008-AD35-D566A238B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7" name="Freeform 48">
              <a:extLst>
                <a:ext uri="{FF2B5EF4-FFF2-40B4-BE49-F238E27FC236}">
                  <a16:creationId xmlns:a16="http://schemas.microsoft.com/office/drawing/2014/main" id="{1C0CEBA3-32C8-4D37-BBD0-8863B008E2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8" name="Freeform 49">
              <a:extLst>
                <a:ext uri="{FF2B5EF4-FFF2-40B4-BE49-F238E27FC236}">
                  <a16:creationId xmlns:a16="http://schemas.microsoft.com/office/drawing/2014/main" id="{D12DBC8B-AE05-43C6-BF30-3F9CDADE9B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9" name="Freeform 50">
              <a:extLst>
                <a:ext uri="{FF2B5EF4-FFF2-40B4-BE49-F238E27FC236}">
                  <a16:creationId xmlns:a16="http://schemas.microsoft.com/office/drawing/2014/main" id="{47D642DC-B097-481B-8F32-671DE6AB56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60" name="Freeform 51">
              <a:extLst>
                <a:ext uri="{FF2B5EF4-FFF2-40B4-BE49-F238E27FC236}">
                  <a16:creationId xmlns:a16="http://schemas.microsoft.com/office/drawing/2014/main" id="{0D7CD8F4-0787-4106-9E76-FF0AFA0ACE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61" name="Freeform 52">
              <a:extLst>
                <a:ext uri="{FF2B5EF4-FFF2-40B4-BE49-F238E27FC236}">
                  <a16:creationId xmlns:a16="http://schemas.microsoft.com/office/drawing/2014/main" id="{3ED06726-52C5-468C-BEA2-0194993F8A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62" name="Freeform 53">
              <a:extLst>
                <a:ext uri="{FF2B5EF4-FFF2-40B4-BE49-F238E27FC236}">
                  <a16:creationId xmlns:a16="http://schemas.microsoft.com/office/drawing/2014/main" id="{1541CE8F-816C-4189-8522-7AAA7EABD8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63" name="Freeform 54">
              <a:extLst>
                <a:ext uri="{FF2B5EF4-FFF2-40B4-BE49-F238E27FC236}">
                  <a16:creationId xmlns:a16="http://schemas.microsoft.com/office/drawing/2014/main" id="{3D0F8D98-15AC-458C-B872-777F4BBF3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64" name="Freeform 55">
              <a:extLst>
                <a:ext uri="{FF2B5EF4-FFF2-40B4-BE49-F238E27FC236}">
                  <a16:creationId xmlns:a16="http://schemas.microsoft.com/office/drawing/2014/main" id="{C9DE1ACE-C20F-4504-B0A1-5A37CA0D11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65" name="Freeform 56">
              <a:extLst>
                <a:ext uri="{FF2B5EF4-FFF2-40B4-BE49-F238E27FC236}">
                  <a16:creationId xmlns:a16="http://schemas.microsoft.com/office/drawing/2014/main" id="{E4BDEE62-868F-49A1-B97A-DE8EDC86F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66" name="Freeform 57">
              <a:extLst>
                <a:ext uri="{FF2B5EF4-FFF2-40B4-BE49-F238E27FC236}">
                  <a16:creationId xmlns:a16="http://schemas.microsoft.com/office/drawing/2014/main" id="{B71AB3E3-099B-47DC-AD0D-215F18FD34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67" name="Freeform 58">
              <a:extLst>
                <a:ext uri="{FF2B5EF4-FFF2-40B4-BE49-F238E27FC236}">
                  <a16:creationId xmlns:a16="http://schemas.microsoft.com/office/drawing/2014/main" id="{7D4B7844-C6A2-45AA-9147-C1CEC0CB83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176E1971-1C4C-46C8-A821-6376642801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23684" y="0"/>
            <a:ext cx="506016" cy="6848476"/>
            <a:chOff x="11364912" y="0"/>
            <a:chExt cx="674688" cy="6848476"/>
          </a:xfrm>
          <a:gradFill flip="none" rotWithShape="1">
            <a:gsLst>
              <a:gs pos="0">
                <a:schemeClr val="tx2">
                  <a:alpha val="80000"/>
                </a:schemeClr>
              </a:gs>
              <a:gs pos="100000">
                <a:schemeClr val="bg2">
                  <a:lumMod val="60000"/>
                  <a:lumOff val="40000"/>
                  <a:alpha val="60000"/>
                </a:schemeClr>
              </a:gs>
            </a:gsLst>
            <a:lin ang="5400000" scaled="0"/>
            <a:tileRect/>
          </a:gradFill>
        </p:grpSpPr>
        <p:sp>
          <p:nvSpPr>
            <p:cNvPr id="70" name="Freeform 32">
              <a:extLst>
                <a:ext uri="{FF2B5EF4-FFF2-40B4-BE49-F238E27FC236}">
                  <a16:creationId xmlns:a16="http://schemas.microsoft.com/office/drawing/2014/main" id="{35FAC14F-8CA0-40F3-ADE4-31DBF8BD79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71" name="Freeform 33">
              <a:extLst>
                <a:ext uri="{FF2B5EF4-FFF2-40B4-BE49-F238E27FC236}">
                  <a16:creationId xmlns:a16="http://schemas.microsoft.com/office/drawing/2014/main" id="{778F8CB9-0C96-4B66-B943-C5BF1A1B5D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72" name="Freeform 34">
              <a:extLst>
                <a:ext uri="{FF2B5EF4-FFF2-40B4-BE49-F238E27FC236}">
                  <a16:creationId xmlns:a16="http://schemas.microsoft.com/office/drawing/2014/main" id="{DB1C8E93-74F9-42A0-B326-E06DC9C584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73" name="Freeform 35">
              <a:extLst>
                <a:ext uri="{FF2B5EF4-FFF2-40B4-BE49-F238E27FC236}">
                  <a16:creationId xmlns:a16="http://schemas.microsoft.com/office/drawing/2014/main" id="{EC6EA429-8E16-49E0-82D7-5846CDA76C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74" name="Freeform 36">
              <a:extLst>
                <a:ext uri="{FF2B5EF4-FFF2-40B4-BE49-F238E27FC236}">
                  <a16:creationId xmlns:a16="http://schemas.microsoft.com/office/drawing/2014/main" id="{8F64C508-2357-44C9-93D8-FC81B85AE2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75" name="Freeform 37">
              <a:extLst>
                <a:ext uri="{FF2B5EF4-FFF2-40B4-BE49-F238E27FC236}">
                  <a16:creationId xmlns:a16="http://schemas.microsoft.com/office/drawing/2014/main" id="{82F6F3F7-8F51-41B4-AC2B-699593A1F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76" name="Freeform 38">
              <a:extLst>
                <a:ext uri="{FF2B5EF4-FFF2-40B4-BE49-F238E27FC236}">
                  <a16:creationId xmlns:a16="http://schemas.microsoft.com/office/drawing/2014/main" id="{6F2FC65A-DA31-4602-B324-E53F76BD93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77" name="Freeform 39">
              <a:extLst>
                <a:ext uri="{FF2B5EF4-FFF2-40B4-BE49-F238E27FC236}">
                  <a16:creationId xmlns:a16="http://schemas.microsoft.com/office/drawing/2014/main" id="{0E9B7CF9-E3CC-495E-A513-A8A1C24228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78" name="Freeform 40">
              <a:extLst>
                <a:ext uri="{FF2B5EF4-FFF2-40B4-BE49-F238E27FC236}">
                  <a16:creationId xmlns:a16="http://schemas.microsoft.com/office/drawing/2014/main" id="{35C09477-23EA-4E6A-A8C2-5B447B25E9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79" name="Rectangle 41">
              <a:extLst>
                <a:ext uri="{FF2B5EF4-FFF2-40B4-BE49-F238E27FC236}">
                  <a16:creationId xmlns:a16="http://schemas.microsoft.com/office/drawing/2014/main" id="{80A5D070-0FE6-4F72-8077-E259B2D35A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4B9C16B-AC4A-44ED-9075-F76549B46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2A2FEB6-F419-4684-9ABC-9E32E012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575" y="-11384"/>
            <a:ext cx="915604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3" name="Rectangle 5">
              <a:extLst>
                <a:ext uri="{FF2B5EF4-FFF2-40B4-BE49-F238E27FC236}">
                  <a16:creationId xmlns:a16="http://schemas.microsoft.com/office/drawing/2014/main" id="{21E24A15-28D6-4CEB-9268-0BB0BEEAF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4345933F-9633-4510-90E1-08B0E2A19E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C68A48FB-1BE4-4053-A76F-5A5511BA0E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8149777B-6A9F-4C95-BF44-F964645071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0654845E-622A-4AD3-8F3A-6E1DEAB5FC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DF1C0739-3D08-4C83-857E-B0724A6E8C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D235EAA0-7D5A-453A-9643-EE7A4954EA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94C6FB7C-72DE-42DE-8F58-CCE9B8F556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FE31E0FE-EC8D-4EA7-BD9D-02F8C54F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69FE4B12-13E0-48F9-9E18-66406B8D3C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87FAADC3-B321-43EE-B8F3-2842D84098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4" name="Line 16">
              <a:extLst>
                <a:ext uri="{FF2B5EF4-FFF2-40B4-BE49-F238E27FC236}">
                  <a16:creationId xmlns:a16="http://schemas.microsoft.com/office/drawing/2014/main" id="{90461464-1683-402F-A72B-8558CC6777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70F594E7-32D0-45B9-A3CF-636CF6FCBD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8AEF60E1-26C2-4E3C-B839-347DDD23C3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792FE54B-EE9D-4E57-B6BC-6A9196BE8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72BE56DF-619D-463E-8F88-CABA09DA88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9" name="Rectangle 21">
              <a:extLst>
                <a:ext uri="{FF2B5EF4-FFF2-40B4-BE49-F238E27FC236}">
                  <a16:creationId xmlns:a16="http://schemas.microsoft.com/office/drawing/2014/main" id="{C7430457-1935-4BBF-A6A7-7C3125A02E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BB006150-E547-4E84-A2B1-59131F3D53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5A8CD074-956B-41A4-870B-001554B69B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2" name="Freeform 24">
              <a:extLst>
                <a:ext uri="{FF2B5EF4-FFF2-40B4-BE49-F238E27FC236}">
                  <a16:creationId xmlns:a16="http://schemas.microsoft.com/office/drawing/2014/main" id="{070C253B-974E-459F-AD0B-7057224828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3" name="Freeform 25">
              <a:extLst>
                <a:ext uri="{FF2B5EF4-FFF2-40B4-BE49-F238E27FC236}">
                  <a16:creationId xmlns:a16="http://schemas.microsoft.com/office/drawing/2014/main" id="{BBC07B3D-A631-44EA-861A-7D80383A10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4" name="Freeform 26">
              <a:extLst>
                <a:ext uri="{FF2B5EF4-FFF2-40B4-BE49-F238E27FC236}">
                  <a16:creationId xmlns:a16="http://schemas.microsoft.com/office/drawing/2014/main" id="{32039DC6-B4CF-4A5A-8D17-3A568D125C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5" name="Freeform 27">
              <a:extLst>
                <a:ext uri="{FF2B5EF4-FFF2-40B4-BE49-F238E27FC236}">
                  <a16:creationId xmlns:a16="http://schemas.microsoft.com/office/drawing/2014/main" id="{99E0C81F-5D8D-4AF8-BDE5-4DF75868F7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6" name="Freeform 28">
              <a:extLst>
                <a:ext uri="{FF2B5EF4-FFF2-40B4-BE49-F238E27FC236}">
                  <a16:creationId xmlns:a16="http://schemas.microsoft.com/office/drawing/2014/main" id="{0D946680-855C-41EC-BBA2-61F6F776E5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7" name="Freeform 29">
              <a:extLst>
                <a:ext uri="{FF2B5EF4-FFF2-40B4-BE49-F238E27FC236}">
                  <a16:creationId xmlns:a16="http://schemas.microsoft.com/office/drawing/2014/main" id="{E6FAD9E8-6E13-45A0-A5D6-8BCAD27B4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8" name="Freeform 30">
              <a:extLst>
                <a:ext uri="{FF2B5EF4-FFF2-40B4-BE49-F238E27FC236}">
                  <a16:creationId xmlns:a16="http://schemas.microsoft.com/office/drawing/2014/main" id="{0CCBC8FA-0581-454F-9FD1-6B6102A1A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9" name="Freeform 31">
              <a:extLst>
                <a:ext uri="{FF2B5EF4-FFF2-40B4-BE49-F238E27FC236}">
                  <a16:creationId xmlns:a16="http://schemas.microsoft.com/office/drawing/2014/main" id="{5D6C328F-65A5-41E8-86E9-E4E638CC3B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</p:grpSp>
      <p:pic>
        <p:nvPicPr>
          <p:cNvPr id="41" name="Picture 2">
            <a:extLst>
              <a:ext uri="{FF2B5EF4-FFF2-40B4-BE49-F238E27FC236}">
                <a16:creationId xmlns:a16="http://schemas.microsoft.com/office/drawing/2014/main" id="{3E94A106-9341-485C-9057-9D62B2BD0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" y="-2"/>
            <a:ext cx="3046144" cy="6858001"/>
          </a:xfrm>
          <a:prstGeom prst="rect">
            <a:avLst/>
          </a:prstGeom>
          <a:extLst>
            <a:ext uri="{909E8E84-426E-40dd-AFC4-6F175D3DCCD1}">
              <a14:hiddenFill xmlns="" xmlns:a16="http://schemas.microsoft.com/office/drawing/2014/main" xmlns:p14="http://schemas.microsoft.com/office/powerpoint/2010/main" xmlns:dgm="http://schemas.openxmlformats.org/drawingml/2006/diagram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B53044DC-4918-43DA-B49D-91673C6C94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53"/>
            <a:ext cx="3041715" cy="6858000"/>
          </a:xfrm>
          <a:prstGeom prst="rect">
            <a:avLst/>
          </a:prstGeom>
          <a:ln>
            <a:noFill/>
          </a:ln>
          <a:effectLst>
            <a:outerShdw blurRad="76200" dist="38100" algn="l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DCE6B36-1420-43AB-86CF-4E653A51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92" y="-9998"/>
            <a:ext cx="915604" cy="6858001"/>
            <a:chOff x="-14288" y="0"/>
            <a:chExt cx="1220788" cy="6858001"/>
          </a:xfrm>
          <a:gradFill flip="none" rotWithShape="1">
            <a:gsLst>
              <a:gs pos="0">
                <a:schemeClr val="bg2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46" name="Rectangle 5">
              <a:extLst>
                <a:ext uri="{FF2B5EF4-FFF2-40B4-BE49-F238E27FC236}">
                  <a16:creationId xmlns:a16="http://schemas.microsoft.com/office/drawing/2014/main" id="{72626E0B-9628-468E-A713-011C02F602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47" name="Freeform 6">
              <a:extLst>
                <a:ext uri="{FF2B5EF4-FFF2-40B4-BE49-F238E27FC236}">
                  <a16:creationId xmlns:a16="http://schemas.microsoft.com/office/drawing/2014/main" id="{93F7977A-BD91-4B0D-9A8D-372DB67AD8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48" name="Freeform 7">
              <a:extLst>
                <a:ext uri="{FF2B5EF4-FFF2-40B4-BE49-F238E27FC236}">
                  <a16:creationId xmlns:a16="http://schemas.microsoft.com/office/drawing/2014/main" id="{9FEE6A56-01A1-404D-864E-1C2587C9AF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49" name="Freeform 8">
              <a:extLst>
                <a:ext uri="{FF2B5EF4-FFF2-40B4-BE49-F238E27FC236}">
                  <a16:creationId xmlns:a16="http://schemas.microsoft.com/office/drawing/2014/main" id="{E74DBBF2-EF6F-4E3E-B183-F8EEE76094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0" name="Freeform 9">
              <a:extLst>
                <a:ext uri="{FF2B5EF4-FFF2-40B4-BE49-F238E27FC236}">
                  <a16:creationId xmlns:a16="http://schemas.microsoft.com/office/drawing/2014/main" id="{ABCF0F27-B056-474C-A0FB-1DB747A92F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" name="Freeform 10">
              <a:extLst>
                <a:ext uri="{FF2B5EF4-FFF2-40B4-BE49-F238E27FC236}">
                  <a16:creationId xmlns:a16="http://schemas.microsoft.com/office/drawing/2014/main" id="{0A0A5B7B-BA2A-45CC-AABE-9D5B08A5DB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" name="Freeform 11">
              <a:extLst>
                <a:ext uri="{FF2B5EF4-FFF2-40B4-BE49-F238E27FC236}">
                  <a16:creationId xmlns:a16="http://schemas.microsoft.com/office/drawing/2014/main" id="{3C9A5D2B-1787-4954-9108-B9D497A87C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3" name="Freeform 12">
              <a:extLst>
                <a:ext uri="{FF2B5EF4-FFF2-40B4-BE49-F238E27FC236}">
                  <a16:creationId xmlns:a16="http://schemas.microsoft.com/office/drawing/2014/main" id="{818C4F8B-7556-49A7-83C6-C8F631F6A9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4" name="Freeform 13">
              <a:extLst>
                <a:ext uri="{FF2B5EF4-FFF2-40B4-BE49-F238E27FC236}">
                  <a16:creationId xmlns:a16="http://schemas.microsoft.com/office/drawing/2014/main" id="{22BED614-D078-47EA-9C72-190217FDD5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5" name="Freeform 14">
              <a:extLst>
                <a:ext uri="{FF2B5EF4-FFF2-40B4-BE49-F238E27FC236}">
                  <a16:creationId xmlns:a16="http://schemas.microsoft.com/office/drawing/2014/main" id="{73DE0BF2-86D7-4038-AC4B-AF0F116A5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6" name="Freeform 15">
              <a:extLst>
                <a:ext uri="{FF2B5EF4-FFF2-40B4-BE49-F238E27FC236}">
                  <a16:creationId xmlns:a16="http://schemas.microsoft.com/office/drawing/2014/main" id="{11D8BB55-D027-420C-9EF9-49B3BA79DC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7" name="Line 16">
              <a:extLst>
                <a:ext uri="{FF2B5EF4-FFF2-40B4-BE49-F238E27FC236}">
                  <a16:creationId xmlns:a16="http://schemas.microsoft.com/office/drawing/2014/main" id="{3FAEF5CE-07ED-46A7-9777-D86C70719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58" name="Freeform 17">
              <a:extLst>
                <a:ext uri="{FF2B5EF4-FFF2-40B4-BE49-F238E27FC236}">
                  <a16:creationId xmlns:a16="http://schemas.microsoft.com/office/drawing/2014/main" id="{29CAFB1A-357C-4313-B734-1CD4E4F9D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9" name="Freeform 18">
              <a:extLst>
                <a:ext uri="{FF2B5EF4-FFF2-40B4-BE49-F238E27FC236}">
                  <a16:creationId xmlns:a16="http://schemas.microsoft.com/office/drawing/2014/main" id="{653161D3-8634-4BB7-A2BC-028C4EAA1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60" name="Freeform 19">
              <a:extLst>
                <a:ext uri="{FF2B5EF4-FFF2-40B4-BE49-F238E27FC236}">
                  <a16:creationId xmlns:a16="http://schemas.microsoft.com/office/drawing/2014/main" id="{9537546A-6FF1-408B-AFE2-BBF7D34823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61" name="Freeform 20">
              <a:extLst>
                <a:ext uri="{FF2B5EF4-FFF2-40B4-BE49-F238E27FC236}">
                  <a16:creationId xmlns:a16="http://schemas.microsoft.com/office/drawing/2014/main" id="{F73EE662-79B7-404B-B1B8-0E096BE4CD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62" name="Rectangle 21">
              <a:extLst>
                <a:ext uri="{FF2B5EF4-FFF2-40B4-BE49-F238E27FC236}">
                  <a16:creationId xmlns:a16="http://schemas.microsoft.com/office/drawing/2014/main" id="{B6DDB906-1F52-4D64-8493-4816EDDD3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63" name="Freeform 22">
              <a:extLst>
                <a:ext uri="{FF2B5EF4-FFF2-40B4-BE49-F238E27FC236}">
                  <a16:creationId xmlns:a16="http://schemas.microsoft.com/office/drawing/2014/main" id="{4FA472A5-ABEA-4961-897B-7EB96AF09A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64" name="Freeform 23">
              <a:extLst>
                <a:ext uri="{FF2B5EF4-FFF2-40B4-BE49-F238E27FC236}">
                  <a16:creationId xmlns:a16="http://schemas.microsoft.com/office/drawing/2014/main" id="{54226E99-C38F-4456-A1F8-8897483FD9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65" name="Freeform 24">
              <a:extLst>
                <a:ext uri="{FF2B5EF4-FFF2-40B4-BE49-F238E27FC236}">
                  <a16:creationId xmlns:a16="http://schemas.microsoft.com/office/drawing/2014/main" id="{0A4A0196-A383-4629-B9A5-9C87E846C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66" name="Freeform 25">
              <a:extLst>
                <a:ext uri="{FF2B5EF4-FFF2-40B4-BE49-F238E27FC236}">
                  <a16:creationId xmlns:a16="http://schemas.microsoft.com/office/drawing/2014/main" id="{BA5E608D-2E7B-4662-A9A0-18D4E0F0DC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67" name="Freeform 26">
              <a:extLst>
                <a:ext uri="{FF2B5EF4-FFF2-40B4-BE49-F238E27FC236}">
                  <a16:creationId xmlns:a16="http://schemas.microsoft.com/office/drawing/2014/main" id="{5E211F37-790F-4BD7-B055-022AE0C2E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68" name="Freeform 27">
              <a:extLst>
                <a:ext uri="{FF2B5EF4-FFF2-40B4-BE49-F238E27FC236}">
                  <a16:creationId xmlns:a16="http://schemas.microsoft.com/office/drawing/2014/main" id="{96F375D0-232A-490A-9499-CB5FBA3FD9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69" name="Freeform 28">
              <a:extLst>
                <a:ext uri="{FF2B5EF4-FFF2-40B4-BE49-F238E27FC236}">
                  <a16:creationId xmlns:a16="http://schemas.microsoft.com/office/drawing/2014/main" id="{6B33B423-FD0F-4780-A0D6-32FC040B37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70" name="Freeform 29">
              <a:extLst>
                <a:ext uri="{FF2B5EF4-FFF2-40B4-BE49-F238E27FC236}">
                  <a16:creationId xmlns:a16="http://schemas.microsoft.com/office/drawing/2014/main" id="{B6BD1710-838F-4CDD-A000-C6C710A6A0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71" name="Freeform 30">
              <a:extLst>
                <a:ext uri="{FF2B5EF4-FFF2-40B4-BE49-F238E27FC236}">
                  <a16:creationId xmlns:a16="http://schemas.microsoft.com/office/drawing/2014/main" id="{0BB93533-1C95-4B0A-B0E2-168602B085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72" name="Freeform 31">
              <a:extLst>
                <a:ext uri="{FF2B5EF4-FFF2-40B4-BE49-F238E27FC236}">
                  <a16:creationId xmlns:a16="http://schemas.microsoft.com/office/drawing/2014/main" id="{CB0B113D-1987-4D89-A475-511E092FE1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</p:grpSp>
      <p:pic>
        <p:nvPicPr>
          <p:cNvPr id="74" name="Picture 2">
            <a:extLst>
              <a:ext uri="{FF2B5EF4-FFF2-40B4-BE49-F238E27FC236}">
                <a16:creationId xmlns:a16="http://schemas.microsoft.com/office/drawing/2014/main" id="{9BE36DBF-0333-4D36-A5BF-81FDA2406F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" y="-13238"/>
            <a:ext cx="3047039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dgm="http://schemas.openxmlformats.org/drawingml/2006/diagram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9997" y="1134681"/>
            <a:ext cx="2057483" cy="4255025"/>
          </a:xfrm>
        </p:spPr>
        <p:txBody>
          <a:bodyPr>
            <a:normAutofit/>
          </a:bodyPr>
          <a:lstStyle/>
          <a:p>
            <a:r>
              <a:rPr lang="pt-PT">
                <a:solidFill>
                  <a:srgbClr val="FFFFFF"/>
                </a:solidFill>
              </a:rPr>
              <a:t>Visão Geral do Sistema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9876661-9854-EDB0-648B-BA258BB4A4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3874683"/>
              </p:ext>
            </p:extLst>
          </p:nvPr>
        </p:nvGraphicFramePr>
        <p:xfrm>
          <a:off x="3496641" y="1134682"/>
          <a:ext cx="5019561" cy="42550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4B9C16B-AC4A-44ED-9075-F76549B46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2A2FEB6-F419-4684-9ABC-9E32E012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575" y="-11384"/>
            <a:ext cx="915604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5" name="Rectangle 5">
              <a:extLst>
                <a:ext uri="{FF2B5EF4-FFF2-40B4-BE49-F238E27FC236}">
                  <a16:creationId xmlns:a16="http://schemas.microsoft.com/office/drawing/2014/main" id="{21E24A15-28D6-4CEB-9268-0BB0BEEAF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4345933F-9633-4510-90E1-08B0E2A19E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C68A48FB-1BE4-4053-A76F-5A5511BA0E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8149777B-6A9F-4C95-BF44-F964645071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0654845E-622A-4AD3-8F3A-6E1DEAB5FC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DF1C0739-3D08-4C83-857E-B0724A6E8C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D235EAA0-7D5A-453A-9643-EE7A4954EA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2" name="Freeform 12">
              <a:extLst>
                <a:ext uri="{FF2B5EF4-FFF2-40B4-BE49-F238E27FC236}">
                  <a16:creationId xmlns:a16="http://schemas.microsoft.com/office/drawing/2014/main" id="{94C6FB7C-72DE-42DE-8F58-CCE9B8F556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3" name="Freeform 13">
              <a:extLst>
                <a:ext uri="{FF2B5EF4-FFF2-40B4-BE49-F238E27FC236}">
                  <a16:creationId xmlns:a16="http://schemas.microsoft.com/office/drawing/2014/main" id="{FE31E0FE-EC8D-4EA7-BD9D-02F8C54F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4" name="Freeform 14">
              <a:extLst>
                <a:ext uri="{FF2B5EF4-FFF2-40B4-BE49-F238E27FC236}">
                  <a16:creationId xmlns:a16="http://schemas.microsoft.com/office/drawing/2014/main" id="{69FE4B12-13E0-48F9-9E18-66406B8D3C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5" name="Freeform 15">
              <a:extLst>
                <a:ext uri="{FF2B5EF4-FFF2-40B4-BE49-F238E27FC236}">
                  <a16:creationId xmlns:a16="http://schemas.microsoft.com/office/drawing/2014/main" id="{87FAADC3-B321-43EE-B8F3-2842D84098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6" name="Line 16">
              <a:extLst>
                <a:ext uri="{FF2B5EF4-FFF2-40B4-BE49-F238E27FC236}">
                  <a16:creationId xmlns:a16="http://schemas.microsoft.com/office/drawing/2014/main" id="{90461464-1683-402F-A72B-8558CC6777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27" name="Freeform 17">
              <a:extLst>
                <a:ext uri="{FF2B5EF4-FFF2-40B4-BE49-F238E27FC236}">
                  <a16:creationId xmlns:a16="http://schemas.microsoft.com/office/drawing/2014/main" id="{70F594E7-32D0-45B9-A3CF-636CF6FCBD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8" name="Freeform 18">
              <a:extLst>
                <a:ext uri="{FF2B5EF4-FFF2-40B4-BE49-F238E27FC236}">
                  <a16:creationId xmlns:a16="http://schemas.microsoft.com/office/drawing/2014/main" id="{8AEF60E1-26C2-4E3C-B839-347DDD23C3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9" name="Freeform 19">
              <a:extLst>
                <a:ext uri="{FF2B5EF4-FFF2-40B4-BE49-F238E27FC236}">
                  <a16:creationId xmlns:a16="http://schemas.microsoft.com/office/drawing/2014/main" id="{792FE54B-EE9D-4E57-B6BC-6A9196BE8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0" name="Freeform 20">
              <a:extLst>
                <a:ext uri="{FF2B5EF4-FFF2-40B4-BE49-F238E27FC236}">
                  <a16:creationId xmlns:a16="http://schemas.microsoft.com/office/drawing/2014/main" id="{72BE56DF-619D-463E-8F88-CABA09DA88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1" name="Rectangle 21">
              <a:extLst>
                <a:ext uri="{FF2B5EF4-FFF2-40B4-BE49-F238E27FC236}">
                  <a16:creationId xmlns:a16="http://schemas.microsoft.com/office/drawing/2014/main" id="{C7430457-1935-4BBF-A6A7-7C3125A02E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2" name="Freeform 22">
              <a:extLst>
                <a:ext uri="{FF2B5EF4-FFF2-40B4-BE49-F238E27FC236}">
                  <a16:creationId xmlns:a16="http://schemas.microsoft.com/office/drawing/2014/main" id="{BB006150-E547-4E84-A2B1-59131F3D53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3" name="Freeform 23">
              <a:extLst>
                <a:ext uri="{FF2B5EF4-FFF2-40B4-BE49-F238E27FC236}">
                  <a16:creationId xmlns:a16="http://schemas.microsoft.com/office/drawing/2014/main" id="{5A8CD074-956B-41A4-870B-001554B69B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4" name="Freeform 24">
              <a:extLst>
                <a:ext uri="{FF2B5EF4-FFF2-40B4-BE49-F238E27FC236}">
                  <a16:creationId xmlns:a16="http://schemas.microsoft.com/office/drawing/2014/main" id="{070C253B-974E-459F-AD0B-7057224828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5" name="Freeform 25">
              <a:extLst>
                <a:ext uri="{FF2B5EF4-FFF2-40B4-BE49-F238E27FC236}">
                  <a16:creationId xmlns:a16="http://schemas.microsoft.com/office/drawing/2014/main" id="{BBC07B3D-A631-44EA-861A-7D80383A10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6" name="Freeform 26">
              <a:extLst>
                <a:ext uri="{FF2B5EF4-FFF2-40B4-BE49-F238E27FC236}">
                  <a16:creationId xmlns:a16="http://schemas.microsoft.com/office/drawing/2014/main" id="{32039DC6-B4CF-4A5A-8D17-3A568D125C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7" name="Freeform 27">
              <a:extLst>
                <a:ext uri="{FF2B5EF4-FFF2-40B4-BE49-F238E27FC236}">
                  <a16:creationId xmlns:a16="http://schemas.microsoft.com/office/drawing/2014/main" id="{99E0C81F-5D8D-4AF8-BDE5-4DF75868F7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8" name="Freeform 28">
              <a:extLst>
                <a:ext uri="{FF2B5EF4-FFF2-40B4-BE49-F238E27FC236}">
                  <a16:creationId xmlns:a16="http://schemas.microsoft.com/office/drawing/2014/main" id="{0D946680-855C-41EC-BBA2-61F6F776E5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9" name="Freeform 29">
              <a:extLst>
                <a:ext uri="{FF2B5EF4-FFF2-40B4-BE49-F238E27FC236}">
                  <a16:creationId xmlns:a16="http://schemas.microsoft.com/office/drawing/2014/main" id="{E6FAD9E8-6E13-45A0-A5D6-8BCAD27B4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40" name="Freeform 30">
              <a:extLst>
                <a:ext uri="{FF2B5EF4-FFF2-40B4-BE49-F238E27FC236}">
                  <a16:creationId xmlns:a16="http://schemas.microsoft.com/office/drawing/2014/main" id="{0CCBC8FA-0581-454F-9FD1-6B6102A1A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41" name="Freeform 31">
              <a:extLst>
                <a:ext uri="{FF2B5EF4-FFF2-40B4-BE49-F238E27FC236}">
                  <a16:creationId xmlns:a16="http://schemas.microsoft.com/office/drawing/2014/main" id="{5D6C328F-65A5-41E8-86E9-E4E638CC3B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</p:grpSp>
      <p:pic>
        <p:nvPicPr>
          <p:cNvPr id="43" name="Picture 2">
            <a:extLst>
              <a:ext uri="{FF2B5EF4-FFF2-40B4-BE49-F238E27FC236}">
                <a16:creationId xmlns:a16="http://schemas.microsoft.com/office/drawing/2014/main" id="{3E94A106-9341-485C-9057-9D62B2BD0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" y="-2"/>
            <a:ext cx="3046144" cy="6858001"/>
          </a:xfrm>
          <a:prstGeom prst="rect">
            <a:avLst/>
          </a:prstGeom>
          <a:extLst>
            <a:ext uri="{909E8E84-426E-40dd-AFC4-6F175D3DCCD1}">
              <a14:hiddenFill xmlns="" xmlns:a16="http://schemas.microsoft.com/office/drawing/2014/main" xmlns:p14="http://schemas.microsoft.com/office/powerpoint/2010/main" xmlns:dgm="http://schemas.openxmlformats.org/drawingml/2006/diagram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B53044DC-4918-43DA-B49D-91673C6C94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53"/>
            <a:ext cx="3041715" cy="6858000"/>
          </a:xfrm>
          <a:prstGeom prst="rect">
            <a:avLst/>
          </a:prstGeom>
          <a:ln>
            <a:noFill/>
          </a:ln>
          <a:effectLst>
            <a:outerShdw blurRad="76200" dist="38100" algn="l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DCE6B36-1420-43AB-86CF-4E653A51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92" y="-9998"/>
            <a:ext cx="915604" cy="6858001"/>
            <a:chOff x="-14288" y="0"/>
            <a:chExt cx="1220788" cy="6858001"/>
          </a:xfrm>
          <a:gradFill flip="none" rotWithShape="1">
            <a:gsLst>
              <a:gs pos="0">
                <a:schemeClr val="bg2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48" name="Rectangle 5">
              <a:extLst>
                <a:ext uri="{FF2B5EF4-FFF2-40B4-BE49-F238E27FC236}">
                  <a16:creationId xmlns:a16="http://schemas.microsoft.com/office/drawing/2014/main" id="{72626E0B-9628-468E-A713-011C02F602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49" name="Freeform 6">
              <a:extLst>
                <a:ext uri="{FF2B5EF4-FFF2-40B4-BE49-F238E27FC236}">
                  <a16:creationId xmlns:a16="http://schemas.microsoft.com/office/drawing/2014/main" id="{93F7977A-BD91-4B0D-9A8D-372DB67AD8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0" name="Freeform 7">
              <a:extLst>
                <a:ext uri="{FF2B5EF4-FFF2-40B4-BE49-F238E27FC236}">
                  <a16:creationId xmlns:a16="http://schemas.microsoft.com/office/drawing/2014/main" id="{9FEE6A56-01A1-404D-864E-1C2587C9AF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" name="Freeform 8">
              <a:extLst>
                <a:ext uri="{FF2B5EF4-FFF2-40B4-BE49-F238E27FC236}">
                  <a16:creationId xmlns:a16="http://schemas.microsoft.com/office/drawing/2014/main" id="{E74DBBF2-EF6F-4E3E-B183-F8EEE76094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" name="Freeform 9">
              <a:extLst>
                <a:ext uri="{FF2B5EF4-FFF2-40B4-BE49-F238E27FC236}">
                  <a16:creationId xmlns:a16="http://schemas.microsoft.com/office/drawing/2014/main" id="{ABCF0F27-B056-474C-A0FB-1DB747A92F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3" name="Freeform 10">
              <a:extLst>
                <a:ext uri="{FF2B5EF4-FFF2-40B4-BE49-F238E27FC236}">
                  <a16:creationId xmlns:a16="http://schemas.microsoft.com/office/drawing/2014/main" id="{0A0A5B7B-BA2A-45CC-AABE-9D5B08A5DB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4" name="Freeform 11">
              <a:extLst>
                <a:ext uri="{FF2B5EF4-FFF2-40B4-BE49-F238E27FC236}">
                  <a16:creationId xmlns:a16="http://schemas.microsoft.com/office/drawing/2014/main" id="{3C9A5D2B-1787-4954-9108-B9D497A87C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5" name="Freeform 12">
              <a:extLst>
                <a:ext uri="{FF2B5EF4-FFF2-40B4-BE49-F238E27FC236}">
                  <a16:creationId xmlns:a16="http://schemas.microsoft.com/office/drawing/2014/main" id="{818C4F8B-7556-49A7-83C6-C8F631F6A9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6" name="Freeform 13">
              <a:extLst>
                <a:ext uri="{FF2B5EF4-FFF2-40B4-BE49-F238E27FC236}">
                  <a16:creationId xmlns:a16="http://schemas.microsoft.com/office/drawing/2014/main" id="{22BED614-D078-47EA-9C72-190217FDD5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7" name="Freeform 14">
              <a:extLst>
                <a:ext uri="{FF2B5EF4-FFF2-40B4-BE49-F238E27FC236}">
                  <a16:creationId xmlns:a16="http://schemas.microsoft.com/office/drawing/2014/main" id="{73DE0BF2-86D7-4038-AC4B-AF0F116A5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8" name="Freeform 15">
              <a:extLst>
                <a:ext uri="{FF2B5EF4-FFF2-40B4-BE49-F238E27FC236}">
                  <a16:creationId xmlns:a16="http://schemas.microsoft.com/office/drawing/2014/main" id="{11D8BB55-D027-420C-9EF9-49B3BA79DC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9" name="Line 16">
              <a:extLst>
                <a:ext uri="{FF2B5EF4-FFF2-40B4-BE49-F238E27FC236}">
                  <a16:creationId xmlns:a16="http://schemas.microsoft.com/office/drawing/2014/main" id="{3FAEF5CE-07ED-46A7-9777-D86C70719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60" name="Freeform 17">
              <a:extLst>
                <a:ext uri="{FF2B5EF4-FFF2-40B4-BE49-F238E27FC236}">
                  <a16:creationId xmlns:a16="http://schemas.microsoft.com/office/drawing/2014/main" id="{29CAFB1A-357C-4313-B734-1CD4E4F9D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61" name="Freeform 18">
              <a:extLst>
                <a:ext uri="{FF2B5EF4-FFF2-40B4-BE49-F238E27FC236}">
                  <a16:creationId xmlns:a16="http://schemas.microsoft.com/office/drawing/2014/main" id="{653161D3-8634-4BB7-A2BC-028C4EAA1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62" name="Freeform 19">
              <a:extLst>
                <a:ext uri="{FF2B5EF4-FFF2-40B4-BE49-F238E27FC236}">
                  <a16:creationId xmlns:a16="http://schemas.microsoft.com/office/drawing/2014/main" id="{9537546A-6FF1-408B-AFE2-BBF7D34823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63" name="Freeform 20">
              <a:extLst>
                <a:ext uri="{FF2B5EF4-FFF2-40B4-BE49-F238E27FC236}">
                  <a16:creationId xmlns:a16="http://schemas.microsoft.com/office/drawing/2014/main" id="{F73EE662-79B7-404B-B1B8-0E096BE4CD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64" name="Rectangle 21">
              <a:extLst>
                <a:ext uri="{FF2B5EF4-FFF2-40B4-BE49-F238E27FC236}">
                  <a16:creationId xmlns:a16="http://schemas.microsoft.com/office/drawing/2014/main" id="{B6DDB906-1F52-4D64-8493-4816EDDD3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65" name="Freeform 22">
              <a:extLst>
                <a:ext uri="{FF2B5EF4-FFF2-40B4-BE49-F238E27FC236}">
                  <a16:creationId xmlns:a16="http://schemas.microsoft.com/office/drawing/2014/main" id="{4FA472A5-ABEA-4961-897B-7EB96AF09A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66" name="Freeform 23">
              <a:extLst>
                <a:ext uri="{FF2B5EF4-FFF2-40B4-BE49-F238E27FC236}">
                  <a16:creationId xmlns:a16="http://schemas.microsoft.com/office/drawing/2014/main" id="{54226E99-C38F-4456-A1F8-8897483FD9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67" name="Freeform 24">
              <a:extLst>
                <a:ext uri="{FF2B5EF4-FFF2-40B4-BE49-F238E27FC236}">
                  <a16:creationId xmlns:a16="http://schemas.microsoft.com/office/drawing/2014/main" id="{0A4A0196-A383-4629-B9A5-9C87E846C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68" name="Freeform 25">
              <a:extLst>
                <a:ext uri="{FF2B5EF4-FFF2-40B4-BE49-F238E27FC236}">
                  <a16:creationId xmlns:a16="http://schemas.microsoft.com/office/drawing/2014/main" id="{BA5E608D-2E7B-4662-A9A0-18D4E0F0DC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69" name="Freeform 26">
              <a:extLst>
                <a:ext uri="{FF2B5EF4-FFF2-40B4-BE49-F238E27FC236}">
                  <a16:creationId xmlns:a16="http://schemas.microsoft.com/office/drawing/2014/main" id="{5E211F37-790F-4BD7-B055-022AE0C2E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70" name="Freeform 27">
              <a:extLst>
                <a:ext uri="{FF2B5EF4-FFF2-40B4-BE49-F238E27FC236}">
                  <a16:creationId xmlns:a16="http://schemas.microsoft.com/office/drawing/2014/main" id="{96F375D0-232A-490A-9499-CB5FBA3FD9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71" name="Freeform 28">
              <a:extLst>
                <a:ext uri="{FF2B5EF4-FFF2-40B4-BE49-F238E27FC236}">
                  <a16:creationId xmlns:a16="http://schemas.microsoft.com/office/drawing/2014/main" id="{6B33B423-FD0F-4780-A0D6-32FC040B37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72" name="Freeform 29">
              <a:extLst>
                <a:ext uri="{FF2B5EF4-FFF2-40B4-BE49-F238E27FC236}">
                  <a16:creationId xmlns:a16="http://schemas.microsoft.com/office/drawing/2014/main" id="{B6BD1710-838F-4CDD-A000-C6C710A6A0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73" name="Freeform 30">
              <a:extLst>
                <a:ext uri="{FF2B5EF4-FFF2-40B4-BE49-F238E27FC236}">
                  <a16:creationId xmlns:a16="http://schemas.microsoft.com/office/drawing/2014/main" id="{0BB93533-1C95-4B0A-B0E2-168602B085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74" name="Freeform 31">
              <a:extLst>
                <a:ext uri="{FF2B5EF4-FFF2-40B4-BE49-F238E27FC236}">
                  <a16:creationId xmlns:a16="http://schemas.microsoft.com/office/drawing/2014/main" id="{CB0B113D-1987-4D89-A475-511E092FE1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</p:grpSp>
      <p:pic>
        <p:nvPicPr>
          <p:cNvPr id="76" name="Picture 2">
            <a:extLst>
              <a:ext uri="{FF2B5EF4-FFF2-40B4-BE49-F238E27FC236}">
                <a16:creationId xmlns:a16="http://schemas.microsoft.com/office/drawing/2014/main" id="{9BE36DBF-0333-4D36-A5BF-81FDA2406F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" y="-13238"/>
            <a:ext cx="3047039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dgm="http://schemas.openxmlformats.org/drawingml/2006/diagram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9997" y="1134681"/>
            <a:ext cx="2057483" cy="4255025"/>
          </a:xfrm>
        </p:spPr>
        <p:txBody>
          <a:bodyPr>
            <a:normAutofit/>
          </a:bodyPr>
          <a:lstStyle/>
          <a:p>
            <a:r>
              <a:rPr lang="pt-PT" sz="2500">
                <a:solidFill>
                  <a:srgbClr val="FFFFFF"/>
                </a:solidFill>
              </a:rPr>
              <a:t>Arquitetura do Servidor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66BBEF39-10CD-91E4-ADAF-F6829F0AEF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2233969"/>
              </p:ext>
            </p:extLst>
          </p:nvPr>
        </p:nvGraphicFramePr>
        <p:xfrm>
          <a:off x="3496641" y="1134682"/>
          <a:ext cx="5019561" cy="42550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4B9C16B-AC4A-44ED-9075-F76549B46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2A2FEB6-F419-4684-9ABC-9E32E012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575" y="-11384"/>
            <a:ext cx="915604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9" name="Rectangle 5">
              <a:extLst>
                <a:ext uri="{FF2B5EF4-FFF2-40B4-BE49-F238E27FC236}">
                  <a16:creationId xmlns:a16="http://schemas.microsoft.com/office/drawing/2014/main" id="{21E24A15-28D6-4CEB-9268-0BB0BEEAF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4345933F-9633-4510-90E1-08B0E2A19E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C68A48FB-1BE4-4053-A76F-5A5511BA0E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2" name="Freeform 8">
              <a:extLst>
                <a:ext uri="{FF2B5EF4-FFF2-40B4-BE49-F238E27FC236}">
                  <a16:creationId xmlns:a16="http://schemas.microsoft.com/office/drawing/2014/main" id="{8149777B-6A9F-4C95-BF44-F964645071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3" name="Freeform 9">
              <a:extLst>
                <a:ext uri="{FF2B5EF4-FFF2-40B4-BE49-F238E27FC236}">
                  <a16:creationId xmlns:a16="http://schemas.microsoft.com/office/drawing/2014/main" id="{0654845E-622A-4AD3-8F3A-6E1DEAB5FC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4" name="Freeform 10">
              <a:extLst>
                <a:ext uri="{FF2B5EF4-FFF2-40B4-BE49-F238E27FC236}">
                  <a16:creationId xmlns:a16="http://schemas.microsoft.com/office/drawing/2014/main" id="{DF1C0739-3D08-4C83-857E-B0724A6E8C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5" name="Freeform 11">
              <a:extLst>
                <a:ext uri="{FF2B5EF4-FFF2-40B4-BE49-F238E27FC236}">
                  <a16:creationId xmlns:a16="http://schemas.microsoft.com/office/drawing/2014/main" id="{D235EAA0-7D5A-453A-9643-EE7A4954EA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6" name="Freeform 12">
              <a:extLst>
                <a:ext uri="{FF2B5EF4-FFF2-40B4-BE49-F238E27FC236}">
                  <a16:creationId xmlns:a16="http://schemas.microsoft.com/office/drawing/2014/main" id="{94C6FB7C-72DE-42DE-8F58-CCE9B8F556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7" name="Freeform 13">
              <a:extLst>
                <a:ext uri="{FF2B5EF4-FFF2-40B4-BE49-F238E27FC236}">
                  <a16:creationId xmlns:a16="http://schemas.microsoft.com/office/drawing/2014/main" id="{FE31E0FE-EC8D-4EA7-BD9D-02F8C54F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8" name="Freeform 14">
              <a:extLst>
                <a:ext uri="{FF2B5EF4-FFF2-40B4-BE49-F238E27FC236}">
                  <a16:creationId xmlns:a16="http://schemas.microsoft.com/office/drawing/2014/main" id="{69FE4B12-13E0-48F9-9E18-66406B8D3C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9" name="Freeform 15">
              <a:extLst>
                <a:ext uri="{FF2B5EF4-FFF2-40B4-BE49-F238E27FC236}">
                  <a16:creationId xmlns:a16="http://schemas.microsoft.com/office/drawing/2014/main" id="{87FAADC3-B321-43EE-B8F3-2842D84098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0" name="Line 16">
              <a:extLst>
                <a:ext uri="{FF2B5EF4-FFF2-40B4-BE49-F238E27FC236}">
                  <a16:creationId xmlns:a16="http://schemas.microsoft.com/office/drawing/2014/main" id="{90461464-1683-402F-A72B-8558CC6777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31" name="Freeform 17">
              <a:extLst>
                <a:ext uri="{FF2B5EF4-FFF2-40B4-BE49-F238E27FC236}">
                  <a16:creationId xmlns:a16="http://schemas.microsoft.com/office/drawing/2014/main" id="{70F594E7-32D0-45B9-A3CF-636CF6FCBD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2" name="Freeform 18">
              <a:extLst>
                <a:ext uri="{FF2B5EF4-FFF2-40B4-BE49-F238E27FC236}">
                  <a16:creationId xmlns:a16="http://schemas.microsoft.com/office/drawing/2014/main" id="{8AEF60E1-26C2-4E3C-B839-347DDD23C3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3" name="Freeform 19">
              <a:extLst>
                <a:ext uri="{FF2B5EF4-FFF2-40B4-BE49-F238E27FC236}">
                  <a16:creationId xmlns:a16="http://schemas.microsoft.com/office/drawing/2014/main" id="{792FE54B-EE9D-4E57-B6BC-6A9196BE8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4" name="Freeform 20">
              <a:extLst>
                <a:ext uri="{FF2B5EF4-FFF2-40B4-BE49-F238E27FC236}">
                  <a16:creationId xmlns:a16="http://schemas.microsoft.com/office/drawing/2014/main" id="{72BE56DF-619D-463E-8F88-CABA09DA88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5" name="Rectangle 21">
              <a:extLst>
                <a:ext uri="{FF2B5EF4-FFF2-40B4-BE49-F238E27FC236}">
                  <a16:creationId xmlns:a16="http://schemas.microsoft.com/office/drawing/2014/main" id="{C7430457-1935-4BBF-A6A7-7C3125A02E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6" name="Freeform 22">
              <a:extLst>
                <a:ext uri="{FF2B5EF4-FFF2-40B4-BE49-F238E27FC236}">
                  <a16:creationId xmlns:a16="http://schemas.microsoft.com/office/drawing/2014/main" id="{BB006150-E547-4E84-A2B1-59131F3D53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7" name="Freeform 23">
              <a:extLst>
                <a:ext uri="{FF2B5EF4-FFF2-40B4-BE49-F238E27FC236}">
                  <a16:creationId xmlns:a16="http://schemas.microsoft.com/office/drawing/2014/main" id="{5A8CD074-956B-41A4-870B-001554B69B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8" name="Freeform 24">
              <a:extLst>
                <a:ext uri="{FF2B5EF4-FFF2-40B4-BE49-F238E27FC236}">
                  <a16:creationId xmlns:a16="http://schemas.microsoft.com/office/drawing/2014/main" id="{070C253B-974E-459F-AD0B-7057224828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9" name="Freeform 25">
              <a:extLst>
                <a:ext uri="{FF2B5EF4-FFF2-40B4-BE49-F238E27FC236}">
                  <a16:creationId xmlns:a16="http://schemas.microsoft.com/office/drawing/2014/main" id="{BBC07B3D-A631-44EA-861A-7D80383A10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40" name="Freeform 26">
              <a:extLst>
                <a:ext uri="{FF2B5EF4-FFF2-40B4-BE49-F238E27FC236}">
                  <a16:creationId xmlns:a16="http://schemas.microsoft.com/office/drawing/2014/main" id="{32039DC6-B4CF-4A5A-8D17-3A568D125C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41" name="Freeform 27">
              <a:extLst>
                <a:ext uri="{FF2B5EF4-FFF2-40B4-BE49-F238E27FC236}">
                  <a16:creationId xmlns:a16="http://schemas.microsoft.com/office/drawing/2014/main" id="{99E0C81F-5D8D-4AF8-BDE5-4DF75868F7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42" name="Freeform 28">
              <a:extLst>
                <a:ext uri="{FF2B5EF4-FFF2-40B4-BE49-F238E27FC236}">
                  <a16:creationId xmlns:a16="http://schemas.microsoft.com/office/drawing/2014/main" id="{0D946680-855C-41EC-BBA2-61F6F776E5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43" name="Freeform 29">
              <a:extLst>
                <a:ext uri="{FF2B5EF4-FFF2-40B4-BE49-F238E27FC236}">
                  <a16:creationId xmlns:a16="http://schemas.microsoft.com/office/drawing/2014/main" id="{E6FAD9E8-6E13-45A0-A5D6-8BCAD27B4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44" name="Freeform 30">
              <a:extLst>
                <a:ext uri="{FF2B5EF4-FFF2-40B4-BE49-F238E27FC236}">
                  <a16:creationId xmlns:a16="http://schemas.microsoft.com/office/drawing/2014/main" id="{0CCBC8FA-0581-454F-9FD1-6B6102A1A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45" name="Freeform 31">
              <a:extLst>
                <a:ext uri="{FF2B5EF4-FFF2-40B4-BE49-F238E27FC236}">
                  <a16:creationId xmlns:a16="http://schemas.microsoft.com/office/drawing/2014/main" id="{5D6C328F-65A5-41E8-86E9-E4E638CC3B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</p:grpSp>
      <p:pic>
        <p:nvPicPr>
          <p:cNvPr id="47" name="Picture 2">
            <a:extLst>
              <a:ext uri="{FF2B5EF4-FFF2-40B4-BE49-F238E27FC236}">
                <a16:creationId xmlns:a16="http://schemas.microsoft.com/office/drawing/2014/main" id="{3E94A106-9341-485C-9057-9D62B2BD0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" y="-2"/>
            <a:ext cx="3046144" cy="6858001"/>
          </a:xfrm>
          <a:prstGeom prst="rect">
            <a:avLst/>
          </a:prstGeom>
          <a:extLst>
            <a:ext uri="{909E8E84-426E-40dd-AFC4-6F175D3DCCD1}">
              <a14:hiddenFill xmlns="" xmlns:a16="http://schemas.microsoft.com/office/drawing/2014/main" xmlns:p14="http://schemas.microsoft.com/office/powerpoint/2010/main" xmlns:dgm="http://schemas.openxmlformats.org/drawingml/2006/diagram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B53044DC-4918-43DA-B49D-91673C6C94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53"/>
            <a:ext cx="3041715" cy="6858000"/>
          </a:xfrm>
          <a:prstGeom prst="rect">
            <a:avLst/>
          </a:prstGeom>
          <a:ln>
            <a:noFill/>
          </a:ln>
          <a:effectLst>
            <a:outerShdw blurRad="76200" dist="38100" algn="l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1DCE6B36-1420-43AB-86CF-4E653A51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92" y="-9998"/>
            <a:ext cx="915604" cy="6858001"/>
            <a:chOff x="-14288" y="0"/>
            <a:chExt cx="1220788" cy="6858001"/>
          </a:xfrm>
          <a:gradFill flip="none" rotWithShape="1">
            <a:gsLst>
              <a:gs pos="0">
                <a:schemeClr val="bg2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52" name="Rectangle 5">
              <a:extLst>
                <a:ext uri="{FF2B5EF4-FFF2-40B4-BE49-F238E27FC236}">
                  <a16:creationId xmlns:a16="http://schemas.microsoft.com/office/drawing/2014/main" id="{72626E0B-9628-468E-A713-011C02F602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3" name="Freeform 6">
              <a:extLst>
                <a:ext uri="{FF2B5EF4-FFF2-40B4-BE49-F238E27FC236}">
                  <a16:creationId xmlns:a16="http://schemas.microsoft.com/office/drawing/2014/main" id="{93F7977A-BD91-4B0D-9A8D-372DB67AD8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4" name="Freeform 7">
              <a:extLst>
                <a:ext uri="{FF2B5EF4-FFF2-40B4-BE49-F238E27FC236}">
                  <a16:creationId xmlns:a16="http://schemas.microsoft.com/office/drawing/2014/main" id="{9FEE6A56-01A1-404D-864E-1C2587C9AF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5" name="Freeform 8">
              <a:extLst>
                <a:ext uri="{FF2B5EF4-FFF2-40B4-BE49-F238E27FC236}">
                  <a16:creationId xmlns:a16="http://schemas.microsoft.com/office/drawing/2014/main" id="{E74DBBF2-EF6F-4E3E-B183-F8EEE76094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6" name="Freeform 9">
              <a:extLst>
                <a:ext uri="{FF2B5EF4-FFF2-40B4-BE49-F238E27FC236}">
                  <a16:creationId xmlns:a16="http://schemas.microsoft.com/office/drawing/2014/main" id="{ABCF0F27-B056-474C-A0FB-1DB747A92F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7" name="Freeform 10">
              <a:extLst>
                <a:ext uri="{FF2B5EF4-FFF2-40B4-BE49-F238E27FC236}">
                  <a16:creationId xmlns:a16="http://schemas.microsoft.com/office/drawing/2014/main" id="{0A0A5B7B-BA2A-45CC-AABE-9D5B08A5DB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8" name="Freeform 11">
              <a:extLst>
                <a:ext uri="{FF2B5EF4-FFF2-40B4-BE49-F238E27FC236}">
                  <a16:creationId xmlns:a16="http://schemas.microsoft.com/office/drawing/2014/main" id="{3C9A5D2B-1787-4954-9108-B9D497A87C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9" name="Freeform 12">
              <a:extLst>
                <a:ext uri="{FF2B5EF4-FFF2-40B4-BE49-F238E27FC236}">
                  <a16:creationId xmlns:a16="http://schemas.microsoft.com/office/drawing/2014/main" id="{818C4F8B-7556-49A7-83C6-C8F631F6A9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60" name="Freeform 13">
              <a:extLst>
                <a:ext uri="{FF2B5EF4-FFF2-40B4-BE49-F238E27FC236}">
                  <a16:creationId xmlns:a16="http://schemas.microsoft.com/office/drawing/2014/main" id="{22BED614-D078-47EA-9C72-190217FDD5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61" name="Freeform 14">
              <a:extLst>
                <a:ext uri="{FF2B5EF4-FFF2-40B4-BE49-F238E27FC236}">
                  <a16:creationId xmlns:a16="http://schemas.microsoft.com/office/drawing/2014/main" id="{73DE0BF2-86D7-4038-AC4B-AF0F116A5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62" name="Freeform 15">
              <a:extLst>
                <a:ext uri="{FF2B5EF4-FFF2-40B4-BE49-F238E27FC236}">
                  <a16:creationId xmlns:a16="http://schemas.microsoft.com/office/drawing/2014/main" id="{11D8BB55-D027-420C-9EF9-49B3BA79DC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63" name="Line 16">
              <a:extLst>
                <a:ext uri="{FF2B5EF4-FFF2-40B4-BE49-F238E27FC236}">
                  <a16:creationId xmlns:a16="http://schemas.microsoft.com/office/drawing/2014/main" id="{3FAEF5CE-07ED-46A7-9777-D86C70719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64" name="Freeform 17">
              <a:extLst>
                <a:ext uri="{FF2B5EF4-FFF2-40B4-BE49-F238E27FC236}">
                  <a16:creationId xmlns:a16="http://schemas.microsoft.com/office/drawing/2014/main" id="{29CAFB1A-357C-4313-B734-1CD4E4F9D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65" name="Freeform 18">
              <a:extLst>
                <a:ext uri="{FF2B5EF4-FFF2-40B4-BE49-F238E27FC236}">
                  <a16:creationId xmlns:a16="http://schemas.microsoft.com/office/drawing/2014/main" id="{653161D3-8634-4BB7-A2BC-028C4EAA1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66" name="Freeform 19">
              <a:extLst>
                <a:ext uri="{FF2B5EF4-FFF2-40B4-BE49-F238E27FC236}">
                  <a16:creationId xmlns:a16="http://schemas.microsoft.com/office/drawing/2014/main" id="{9537546A-6FF1-408B-AFE2-BBF7D34823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67" name="Freeform 20">
              <a:extLst>
                <a:ext uri="{FF2B5EF4-FFF2-40B4-BE49-F238E27FC236}">
                  <a16:creationId xmlns:a16="http://schemas.microsoft.com/office/drawing/2014/main" id="{F73EE662-79B7-404B-B1B8-0E096BE4CD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68" name="Rectangle 21">
              <a:extLst>
                <a:ext uri="{FF2B5EF4-FFF2-40B4-BE49-F238E27FC236}">
                  <a16:creationId xmlns:a16="http://schemas.microsoft.com/office/drawing/2014/main" id="{B6DDB906-1F52-4D64-8493-4816EDDD3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69" name="Freeform 22">
              <a:extLst>
                <a:ext uri="{FF2B5EF4-FFF2-40B4-BE49-F238E27FC236}">
                  <a16:creationId xmlns:a16="http://schemas.microsoft.com/office/drawing/2014/main" id="{4FA472A5-ABEA-4961-897B-7EB96AF09A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70" name="Freeform 23">
              <a:extLst>
                <a:ext uri="{FF2B5EF4-FFF2-40B4-BE49-F238E27FC236}">
                  <a16:creationId xmlns:a16="http://schemas.microsoft.com/office/drawing/2014/main" id="{54226E99-C38F-4456-A1F8-8897483FD9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71" name="Freeform 24">
              <a:extLst>
                <a:ext uri="{FF2B5EF4-FFF2-40B4-BE49-F238E27FC236}">
                  <a16:creationId xmlns:a16="http://schemas.microsoft.com/office/drawing/2014/main" id="{0A4A0196-A383-4629-B9A5-9C87E846C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72" name="Freeform 25">
              <a:extLst>
                <a:ext uri="{FF2B5EF4-FFF2-40B4-BE49-F238E27FC236}">
                  <a16:creationId xmlns:a16="http://schemas.microsoft.com/office/drawing/2014/main" id="{BA5E608D-2E7B-4662-A9A0-18D4E0F0DC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73" name="Freeform 26">
              <a:extLst>
                <a:ext uri="{FF2B5EF4-FFF2-40B4-BE49-F238E27FC236}">
                  <a16:creationId xmlns:a16="http://schemas.microsoft.com/office/drawing/2014/main" id="{5E211F37-790F-4BD7-B055-022AE0C2E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74" name="Freeform 27">
              <a:extLst>
                <a:ext uri="{FF2B5EF4-FFF2-40B4-BE49-F238E27FC236}">
                  <a16:creationId xmlns:a16="http://schemas.microsoft.com/office/drawing/2014/main" id="{96F375D0-232A-490A-9499-CB5FBA3FD9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75" name="Freeform 28">
              <a:extLst>
                <a:ext uri="{FF2B5EF4-FFF2-40B4-BE49-F238E27FC236}">
                  <a16:creationId xmlns:a16="http://schemas.microsoft.com/office/drawing/2014/main" id="{6B33B423-FD0F-4780-A0D6-32FC040B37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76" name="Freeform 29">
              <a:extLst>
                <a:ext uri="{FF2B5EF4-FFF2-40B4-BE49-F238E27FC236}">
                  <a16:creationId xmlns:a16="http://schemas.microsoft.com/office/drawing/2014/main" id="{B6BD1710-838F-4CDD-A000-C6C710A6A0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77" name="Freeform 30">
              <a:extLst>
                <a:ext uri="{FF2B5EF4-FFF2-40B4-BE49-F238E27FC236}">
                  <a16:creationId xmlns:a16="http://schemas.microsoft.com/office/drawing/2014/main" id="{0BB93533-1C95-4B0A-B0E2-168602B085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78" name="Freeform 31">
              <a:extLst>
                <a:ext uri="{FF2B5EF4-FFF2-40B4-BE49-F238E27FC236}">
                  <a16:creationId xmlns:a16="http://schemas.microsoft.com/office/drawing/2014/main" id="{CB0B113D-1987-4D89-A475-511E092FE1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</p:grpSp>
      <p:pic>
        <p:nvPicPr>
          <p:cNvPr id="80" name="Picture 2">
            <a:extLst>
              <a:ext uri="{FF2B5EF4-FFF2-40B4-BE49-F238E27FC236}">
                <a16:creationId xmlns:a16="http://schemas.microsoft.com/office/drawing/2014/main" id="{9BE36DBF-0333-4D36-A5BF-81FDA2406F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" y="-13238"/>
            <a:ext cx="3047039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dgm="http://schemas.openxmlformats.org/drawingml/2006/diagram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9997" y="1134681"/>
            <a:ext cx="2057483" cy="4255025"/>
          </a:xfrm>
        </p:spPr>
        <p:txBody>
          <a:bodyPr>
            <a:normAutofit/>
          </a:bodyPr>
          <a:lstStyle/>
          <a:p>
            <a:r>
              <a:rPr lang="pt-PT" sz="2000">
                <a:solidFill>
                  <a:srgbClr val="FFFFFF"/>
                </a:solidFill>
              </a:rPr>
              <a:t>Comunicação: Server e HTTPClient</a:t>
            </a:r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0C750CCB-08ED-994B-ECD1-141D694112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5818898"/>
              </p:ext>
            </p:extLst>
          </p:nvPr>
        </p:nvGraphicFramePr>
        <p:xfrm>
          <a:off x="3496641" y="1134682"/>
          <a:ext cx="5019561" cy="42550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697F791-5FFA-4164-899F-EB52EA72B0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4E28A1A9-FB81-4816-AAEA-C3B430946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" y="-2"/>
            <a:ext cx="3046144" cy="6858001"/>
          </a:xfrm>
          <a:prstGeom prst="rect">
            <a:avLst/>
          </a:prstGeom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B773AB25-A422-41AA-9737-5E04C1966D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53"/>
            <a:ext cx="3041715" cy="6858000"/>
          </a:xfrm>
          <a:prstGeom prst="rect">
            <a:avLst/>
          </a:prstGeom>
          <a:ln>
            <a:noFill/>
          </a:ln>
          <a:effectLst>
            <a:outerShdw blurRad="76200" dist="38100" algn="l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AF0552B8-DE8C-40DF-B29F-1728E6A10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897" y="23283"/>
            <a:ext cx="305861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321" y="2637024"/>
            <a:ext cx="2138563" cy="1478570"/>
          </a:xfrm>
        </p:spPr>
        <p:txBody>
          <a:bodyPr>
            <a:normAutofit/>
          </a:bodyPr>
          <a:lstStyle/>
          <a:p>
            <a:r>
              <a:rPr lang="pt-PT" sz="2000" dirty="0">
                <a:solidFill>
                  <a:srgbClr val="FFFFFF"/>
                </a:solidFill>
              </a:rPr>
              <a:t>Comunicação: Server e </a:t>
            </a:r>
            <a:r>
              <a:rPr lang="pt-PT" sz="2000" dirty="0" err="1">
                <a:solidFill>
                  <a:srgbClr val="FFFFFF"/>
                </a:solidFill>
              </a:rPr>
              <a:t>RMIClient</a:t>
            </a:r>
            <a:endParaRPr lang="pt-PT" sz="2000" dirty="0">
              <a:solidFill>
                <a:srgbClr val="FFFFFF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AD0D387-1584-4477-B5F8-52B50D4F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5604" cy="6858001"/>
            <a:chOff x="-14288" y="0"/>
            <a:chExt cx="1220788" cy="6858001"/>
          </a:xfrm>
          <a:gradFill flip="none" rotWithShape="1">
            <a:gsLst>
              <a:gs pos="0">
                <a:schemeClr val="bg2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9" name="Rectangle 5">
              <a:extLst>
                <a:ext uri="{FF2B5EF4-FFF2-40B4-BE49-F238E27FC236}">
                  <a16:creationId xmlns:a16="http://schemas.microsoft.com/office/drawing/2014/main" id="{22C90122-8CF0-4164-B596-168DE41D39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E74D534E-37A6-4D27-9C47-0B2F05278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1C1C156E-D2E0-468A-9B19-79521D69B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2" name="Freeform 8">
              <a:extLst>
                <a:ext uri="{FF2B5EF4-FFF2-40B4-BE49-F238E27FC236}">
                  <a16:creationId xmlns:a16="http://schemas.microsoft.com/office/drawing/2014/main" id="{14C97F11-4F6C-4DFF-89BC-3AEA5B7FF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3" name="Freeform 9">
              <a:extLst>
                <a:ext uri="{FF2B5EF4-FFF2-40B4-BE49-F238E27FC236}">
                  <a16:creationId xmlns:a16="http://schemas.microsoft.com/office/drawing/2014/main" id="{773C2106-77CE-42E1-839F-925EAEBB2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4" name="Freeform 10">
              <a:extLst>
                <a:ext uri="{FF2B5EF4-FFF2-40B4-BE49-F238E27FC236}">
                  <a16:creationId xmlns:a16="http://schemas.microsoft.com/office/drawing/2014/main" id="{E2807D33-BD1F-4B09-8D93-63C06DB3C0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5" name="Freeform 11">
              <a:extLst>
                <a:ext uri="{FF2B5EF4-FFF2-40B4-BE49-F238E27FC236}">
                  <a16:creationId xmlns:a16="http://schemas.microsoft.com/office/drawing/2014/main" id="{84BDF3E8-157B-47D1-AF8E-FE1EFF0612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6" name="Freeform 12">
              <a:extLst>
                <a:ext uri="{FF2B5EF4-FFF2-40B4-BE49-F238E27FC236}">
                  <a16:creationId xmlns:a16="http://schemas.microsoft.com/office/drawing/2014/main" id="{68B482B5-E0FD-406A-99B2-297DF33354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7" name="Freeform 13">
              <a:extLst>
                <a:ext uri="{FF2B5EF4-FFF2-40B4-BE49-F238E27FC236}">
                  <a16:creationId xmlns:a16="http://schemas.microsoft.com/office/drawing/2014/main" id="{B8750F30-12E8-410B-8709-78F1EF3BBE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8" name="Freeform 14">
              <a:extLst>
                <a:ext uri="{FF2B5EF4-FFF2-40B4-BE49-F238E27FC236}">
                  <a16:creationId xmlns:a16="http://schemas.microsoft.com/office/drawing/2014/main" id="{DB2D030A-4700-4CC4-A971-F119F8372C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9" name="Freeform 15">
              <a:extLst>
                <a:ext uri="{FF2B5EF4-FFF2-40B4-BE49-F238E27FC236}">
                  <a16:creationId xmlns:a16="http://schemas.microsoft.com/office/drawing/2014/main" id="{B4E516DB-F66E-4E88-8CAA-67153F5618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0" name="Line 16">
              <a:extLst>
                <a:ext uri="{FF2B5EF4-FFF2-40B4-BE49-F238E27FC236}">
                  <a16:creationId xmlns:a16="http://schemas.microsoft.com/office/drawing/2014/main" id="{DF749FDD-DD56-4DC9-A379-77E110698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31" name="Freeform 17">
              <a:extLst>
                <a:ext uri="{FF2B5EF4-FFF2-40B4-BE49-F238E27FC236}">
                  <a16:creationId xmlns:a16="http://schemas.microsoft.com/office/drawing/2014/main" id="{6AD95087-E0AF-45D3-B824-EFFCBBECD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2" name="Freeform 18">
              <a:extLst>
                <a:ext uri="{FF2B5EF4-FFF2-40B4-BE49-F238E27FC236}">
                  <a16:creationId xmlns:a16="http://schemas.microsoft.com/office/drawing/2014/main" id="{2D21010F-3DE2-4881-B9D5-3415C4E05D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3" name="Freeform 19">
              <a:extLst>
                <a:ext uri="{FF2B5EF4-FFF2-40B4-BE49-F238E27FC236}">
                  <a16:creationId xmlns:a16="http://schemas.microsoft.com/office/drawing/2014/main" id="{2AFDF4BC-8E99-4A2C-9EF2-4B98A05C2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4" name="Freeform 20">
              <a:extLst>
                <a:ext uri="{FF2B5EF4-FFF2-40B4-BE49-F238E27FC236}">
                  <a16:creationId xmlns:a16="http://schemas.microsoft.com/office/drawing/2014/main" id="{BB8EAEE8-22EA-4103-A02E-5043474C4B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5" name="Rectangle 21">
              <a:extLst>
                <a:ext uri="{FF2B5EF4-FFF2-40B4-BE49-F238E27FC236}">
                  <a16:creationId xmlns:a16="http://schemas.microsoft.com/office/drawing/2014/main" id="{7148ABD2-E447-429F-B97E-86494051C1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6" name="Freeform 22">
              <a:extLst>
                <a:ext uri="{FF2B5EF4-FFF2-40B4-BE49-F238E27FC236}">
                  <a16:creationId xmlns:a16="http://schemas.microsoft.com/office/drawing/2014/main" id="{99900F4A-F8CA-456E-9FA0-34572621C0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7" name="Freeform 23">
              <a:extLst>
                <a:ext uri="{FF2B5EF4-FFF2-40B4-BE49-F238E27FC236}">
                  <a16:creationId xmlns:a16="http://schemas.microsoft.com/office/drawing/2014/main" id="{DF5CD0A9-E49B-4968-886B-41C1A66D23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8" name="Freeform 24">
              <a:extLst>
                <a:ext uri="{FF2B5EF4-FFF2-40B4-BE49-F238E27FC236}">
                  <a16:creationId xmlns:a16="http://schemas.microsoft.com/office/drawing/2014/main" id="{7E462582-7383-4272-A323-85C9D137C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9" name="Freeform 25">
              <a:extLst>
                <a:ext uri="{FF2B5EF4-FFF2-40B4-BE49-F238E27FC236}">
                  <a16:creationId xmlns:a16="http://schemas.microsoft.com/office/drawing/2014/main" id="{CB472F67-7C37-4D80-B346-DE30D44B55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40" name="Freeform 26">
              <a:extLst>
                <a:ext uri="{FF2B5EF4-FFF2-40B4-BE49-F238E27FC236}">
                  <a16:creationId xmlns:a16="http://schemas.microsoft.com/office/drawing/2014/main" id="{19A8AE83-358F-4D4E-91C7-F09E35097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41" name="Freeform 27">
              <a:extLst>
                <a:ext uri="{FF2B5EF4-FFF2-40B4-BE49-F238E27FC236}">
                  <a16:creationId xmlns:a16="http://schemas.microsoft.com/office/drawing/2014/main" id="{C4B79436-9285-45DE-A9FB-B3DD750738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42" name="Freeform 28">
              <a:extLst>
                <a:ext uri="{FF2B5EF4-FFF2-40B4-BE49-F238E27FC236}">
                  <a16:creationId xmlns:a16="http://schemas.microsoft.com/office/drawing/2014/main" id="{B0BF8BF3-C90A-483A-B61E-13D2C41FBA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43" name="Freeform 29">
              <a:extLst>
                <a:ext uri="{FF2B5EF4-FFF2-40B4-BE49-F238E27FC236}">
                  <a16:creationId xmlns:a16="http://schemas.microsoft.com/office/drawing/2014/main" id="{31011274-F329-444B-9B06-69DD2EC44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44" name="Freeform 30">
              <a:extLst>
                <a:ext uri="{FF2B5EF4-FFF2-40B4-BE49-F238E27FC236}">
                  <a16:creationId xmlns:a16="http://schemas.microsoft.com/office/drawing/2014/main" id="{DB8B1D39-5B9A-4B4E-849B-A5821A2460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45" name="Freeform 31">
              <a:extLst>
                <a:ext uri="{FF2B5EF4-FFF2-40B4-BE49-F238E27FC236}">
                  <a16:creationId xmlns:a16="http://schemas.microsoft.com/office/drawing/2014/main" id="{336ECD63-75C2-4A32-A31B-30BB30972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A7485AC-070F-A267-DB81-45A9A6AA0A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8444287"/>
              </p:ext>
            </p:extLst>
          </p:nvPr>
        </p:nvGraphicFramePr>
        <p:xfrm>
          <a:off x="4149256" y="1237898"/>
          <a:ext cx="3895419" cy="39573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4B9C16B-AC4A-44ED-9075-F76549B46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2A2FEB6-F419-4684-9ABC-9E32E012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575" y="-11384"/>
            <a:ext cx="915604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3" name="Rectangle 5">
              <a:extLst>
                <a:ext uri="{FF2B5EF4-FFF2-40B4-BE49-F238E27FC236}">
                  <a16:creationId xmlns:a16="http://schemas.microsoft.com/office/drawing/2014/main" id="{21E24A15-28D6-4CEB-9268-0BB0BEEAF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4345933F-9633-4510-90E1-08B0E2A19E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C68A48FB-1BE4-4053-A76F-5A5511BA0E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8149777B-6A9F-4C95-BF44-F964645071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0654845E-622A-4AD3-8F3A-6E1DEAB5FC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DF1C0739-3D08-4C83-857E-B0724A6E8C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D235EAA0-7D5A-453A-9643-EE7A4954EA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94C6FB7C-72DE-42DE-8F58-CCE9B8F556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FE31E0FE-EC8D-4EA7-BD9D-02F8C54F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69FE4B12-13E0-48F9-9E18-66406B8D3C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87FAADC3-B321-43EE-B8F3-2842D84098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4" name="Line 16">
              <a:extLst>
                <a:ext uri="{FF2B5EF4-FFF2-40B4-BE49-F238E27FC236}">
                  <a16:creationId xmlns:a16="http://schemas.microsoft.com/office/drawing/2014/main" id="{90461464-1683-402F-A72B-8558CC6777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70F594E7-32D0-45B9-A3CF-636CF6FCBD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8AEF60E1-26C2-4E3C-B839-347DDD23C3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792FE54B-EE9D-4E57-B6BC-6A9196BE8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72BE56DF-619D-463E-8F88-CABA09DA88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9" name="Rectangle 21">
              <a:extLst>
                <a:ext uri="{FF2B5EF4-FFF2-40B4-BE49-F238E27FC236}">
                  <a16:creationId xmlns:a16="http://schemas.microsoft.com/office/drawing/2014/main" id="{C7430457-1935-4BBF-A6A7-7C3125A02E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BB006150-E547-4E84-A2B1-59131F3D53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5A8CD074-956B-41A4-870B-001554B69B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2" name="Freeform 24">
              <a:extLst>
                <a:ext uri="{FF2B5EF4-FFF2-40B4-BE49-F238E27FC236}">
                  <a16:creationId xmlns:a16="http://schemas.microsoft.com/office/drawing/2014/main" id="{070C253B-974E-459F-AD0B-7057224828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3" name="Freeform 25">
              <a:extLst>
                <a:ext uri="{FF2B5EF4-FFF2-40B4-BE49-F238E27FC236}">
                  <a16:creationId xmlns:a16="http://schemas.microsoft.com/office/drawing/2014/main" id="{BBC07B3D-A631-44EA-861A-7D80383A10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4" name="Freeform 26">
              <a:extLst>
                <a:ext uri="{FF2B5EF4-FFF2-40B4-BE49-F238E27FC236}">
                  <a16:creationId xmlns:a16="http://schemas.microsoft.com/office/drawing/2014/main" id="{32039DC6-B4CF-4A5A-8D17-3A568D125C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5" name="Freeform 27">
              <a:extLst>
                <a:ext uri="{FF2B5EF4-FFF2-40B4-BE49-F238E27FC236}">
                  <a16:creationId xmlns:a16="http://schemas.microsoft.com/office/drawing/2014/main" id="{99E0C81F-5D8D-4AF8-BDE5-4DF75868F7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6" name="Freeform 28">
              <a:extLst>
                <a:ext uri="{FF2B5EF4-FFF2-40B4-BE49-F238E27FC236}">
                  <a16:creationId xmlns:a16="http://schemas.microsoft.com/office/drawing/2014/main" id="{0D946680-855C-41EC-BBA2-61F6F776E5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7" name="Freeform 29">
              <a:extLst>
                <a:ext uri="{FF2B5EF4-FFF2-40B4-BE49-F238E27FC236}">
                  <a16:creationId xmlns:a16="http://schemas.microsoft.com/office/drawing/2014/main" id="{E6FAD9E8-6E13-45A0-A5D6-8BCAD27B4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8" name="Freeform 30">
              <a:extLst>
                <a:ext uri="{FF2B5EF4-FFF2-40B4-BE49-F238E27FC236}">
                  <a16:creationId xmlns:a16="http://schemas.microsoft.com/office/drawing/2014/main" id="{0CCBC8FA-0581-454F-9FD1-6B6102A1A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9" name="Freeform 31">
              <a:extLst>
                <a:ext uri="{FF2B5EF4-FFF2-40B4-BE49-F238E27FC236}">
                  <a16:creationId xmlns:a16="http://schemas.microsoft.com/office/drawing/2014/main" id="{5D6C328F-65A5-41E8-86E9-E4E638CC3B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</p:grpSp>
      <p:pic>
        <p:nvPicPr>
          <p:cNvPr id="41" name="Picture 2">
            <a:extLst>
              <a:ext uri="{FF2B5EF4-FFF2-40B4-BE49-F238E27FC236}">
                <a16:creationId xmlns:a16="http://schemas.microsoft.com/office/drawing/2014/main" id="{3E94A106-9341-485C-9057-9D62B2BD0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" y="-2"/>
            <a:ext cx="3046144" cy="6858001"/>
          </a:xfrm>
          <a:prstGeom prst="rect">
            <a:avLst/>
          </a:prstGeom>
          <a:extLst>
            <a:ext uri="{909E8E84-426E-40dd-AFC4-6F175D3DCCD1}">
              <a14:hiddenFill xmlns="" xmlns:a16="http://schemas.microsoft.com/office/drawing/2014/main" xmlns:p14="http://schemas.microsoft.com/office/powerpoint/2010/main" xmlns:dgm="http://schemas.openxmlformats.org/drawingml/2006/diagram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B53044DC-4918-43DA-B49D-91673C6C94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53"/>
            <a:ext cx="3041715" cy="6858000"/>
          </a:xfrm>
          <a:prstGeom prst="rect">
            <a:avLst/>
          </a:prstGeom>
          <a:ln>
            <a:noFill/>
          </a:ln>
          <a:effectLst>
            <a:outerShdw blurRad="76200" dist="38100" algn="l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DCE6B36-1420-43AB-86CF-4E653A51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92" y="-9998"/>
            <a:ext cx="915604" cy="6858001"/>
            <a:chOff x="-14288" y="0"/>
            <a:chExt cx="1220788" cy="6858001"/>
          </a:xfrm>
          <a:gradFill flip="none" rotWithShape="1">
            <a:gsLst>
              <a:gs pos="0">
                <a:schemeClr val="bg2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46" name="Rectangle 5">
              <a:extLst>
                <a:ext uri="{FF2B5EF4-FFF2-40B4-BE49-F238E27FC236}">
                  <a16:creationId xmlns:a16="http://schemas.microsoft.com/office/drawing/2014/main" id="{72626E0B-9628-468E-A713-011C02F602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47" name="Freeform 6">
              <a:extLst>
                <a:ext uri="{FF2B5EF4-FFF2-40B4-BE49-F238E27FC236}">
                  <a16:creationId xmlns:a16="http://schemas.microsoft.com/office/drawing/2014/main" id="{93F7977A-BD91-4B0D-9A8D-372DB67AD8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48" name="Freeform 7">
              <a:extLst>
                <a:ext uri="{FF2B5EF4-FFF2-40B4-BE49-F238E27FC236}">
                  <a16:creationId xmlns:a16="http://schemas.microsoft.com/office/drawing/2014/main" id="{9FEE6A56-01A1-404D-864E-1C2587C9AF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49" name="Freeform 8">
              <a:extLst>
                <a:ext uri="{FF2B5EF4-FFF2-40B4-BE49-F238E27FC236}">
                  <a16:creationId xmlns:a16="http://schemas.microsoft.com/office/drawing/2014/main" id="{E74DBBF2-EF6F-4E3E-B183-F8EEE76094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0" name="Freeform 9">
              <a:extLst>
                <a:ext uri="{FF2B5EF4-FFF2-40B4-BE49-F238E27FC236}">
                  <a16:creationId xmlns:a16="http://schemas.microsoft.com/office/drawing/2014/main" id="{ABCF0F27-B056-474C-A0FB-1DB747A92F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" name="Freeform 10">
              <a:extLst>
                <a:ext uri="{FF2B5EF4-FFF2-40B4-BE49-F238E27FC236}">
                  <a16:creationId xmlns:a16="http://schemas.microsoft.com/office/drawing/2014/main" id="{0A0A5B7B-BA2A-45CC-AABE-9D5B08A5DB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" name="Freeform 11">
              <a:extLst>
                <a:ext uri="{FF2B5EF4-FFF2-40B4-BE49-F238E27FC236}">
                  <a16:creationId xmlns:a16="http://schemas.microsoft.com/office/drawing/2014/main" id="{3C9A5D2B-1787-4954-9108-B9D497A87C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3" name="Freeform 12">
              <a:extLst>
                <a:ext uri="{FF2B5EF4-FFF2-40B4-BE49-F238E27FC236}">
                  <a16:creationId xmlns:a16="http://schemas.microsoft.com/office/drawing/2014/main" id="{818C4F8B-7556-49A7-83C6-C8F631F6A9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4" name="Freeform 13">
              <a:extLst>
                <a:ext uri="{FF2B5EF4-FFF2-40B4-BE49-F238E27FC236}">
                  <a16:creationId xmlns:a16="http://schemas.microsoft.com/office/drawing/2014/main" id="{22BED614-D078-47EA-9C72-190217FDD5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5" name="Freeform 14">
              <a:extLst>
                <a:ext uri="{FF2B5EF4-FFF2-40B4-BE49-F238E27FC236}">
                  <a16:creationId xmlns:a16="http://schemas.microsoft.com/office/drawing/2014/main" id="{73DE0BF2-86D7-4038-AC4B-AF0F116A5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6" name="Freeform 15">
              <a:extLst>
                <a:ext uri="{FF2B5EF4-FFF2-40B4-BE49-F238E27FC236}">
                  <a16:creationId xmlns:a16="http://schemas.microsoft.com/office/drawing/2014/main" id="{11D8BB55-D027-420C-9EF9-49B3BA79DC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7" name="Line 16">
              <a:extLst>
                <a:ext uri="{FF2B5EF4-FFF2-40B4-BE49-F238E27FC236}">
                  <a16:creationId xmlns:a16="http://schemas.microsoft.com/office/drawing/2014/main" id="{3FAEF5CE-07ED-46A7-9777-D86C70719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58" name="Freeform 17">
              <a:extLst>
                <a:ext uri="{FF2B5EF4-FFF2-40B4-BE49-F238E27FC236}">
                  <a16:creationId xmlns:a16="http://schemas.microsoft.com/office/drawing/2014/main" id="{29CAFB1A-357C-4313-B734-1CD4E4F9D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9" name="Freeform 18">
              <a:extLst>
                <a:ext uri="{FF2B5EF4-FFF2-40B4-BE49-F238E27FC236}">
                  <a16:creationId xmlns:a16="http://schemas.microsoft.com/office/drawing/2014/main" id="{653161D3-8634-4BB7-A2BC-028C4EAA1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60" name="Freeform 19">
              <a:extLst>
                <a:ext uri="{FF2B5EF4-FFF2-40B4-BE49-F238E27FC236}">
                  <a16:creationId xmlns:a16="http://schemas.microsoft.com/office/drawing/2014/main" id="{9537546A-6FF1-408B-AFE2-BBF7D34823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61" name="Freeform 20">
              <a:extLst>
                <a:ext uri="{FF2B5EF4-FFF2-40B4-BE49-F238E27FC236}">
                  <a16:creationId xmlns:a16="http://schemas.microsoft.com/office/drawing/2014/main" id="{F73EE662-79B7-404B-B1B8-0E096BE4CD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62" name="Rectangle 21">
              <a:extLst>
                <a:ext uri="{FF2B5EF4-FFF2-40B4-BE49-F238E27FC236}">
                  <a16:creationId xmlns:a16="http://schemas.microsoft.com/office/drawing/2014/main" id="{B6DDB906-1F52-4D64-8493-4816EDDD3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63" name="Freeform 22">
              <a:extLst>
                <a:ext uri="{FF2B5EF4-FFF2-40B4-BE49-F238E27FC236}">
                  <a16:creationId xmlns:a16="http://schemas.microsoft.com/office/drawing/2014/main" id="{4FA472A5-ABEA-4961-897B-7EB96AF09A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64" name="Freeform 23">
              <a:extLst>
                <a:ext uri="{FF2B5EF4-FFF2-40B4-BE49-F238E27FC236}">
                  <a16:creationId xmlns:a16="http://schemas.microsoft.com/office/drawing/2014/main" id="{54226E99-C38F-4456-A1F8-8897483FD9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65" name="Freeform 24">
              <a:extLst>
                <a:ext uri="{FF2B5EF4-FFF2-40B4-BE49-F238E27FC236}">
                  <a16:creationId xmlns:a16="http://schemas.microsoft.com/office/drawing/2014/main" id="{0A4A0196-A383-4629-B9A5-9C87E846C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66" name="Freeform 25">
              <a:extLst>
                <a:ext uri="{FF2B5EF4-FFF2-40B4-BE49-F238E27FC236}">
                  <a16:creationId xmlns:a16="http://schemas.microsoft.com/office/drawing/2014/main" id="{BA5E608D-2E7B-4662-A9A0-18D4E0F0DC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67" name="Freeform 26">
              <a:extLst>
                <a:ext uri="{FF2B5EF4-FFF2-40B4-BE49-F238E27FC236}">
                  <a16:creationId xmlns:a16="http://schemas.microsoft.com/office/drawing/2014/main" id="{5E211F37-790F-4BD7-B055-022AE0C2E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68" name="Freeform 27">
              <a:extLst>
                <a:ext uri="{FF2B5EF4-FFF2-40B4-BE49-F238E27FC236}">
                  <a16:creationId xmlns:a16="http://schemas.microsoft.com/office/drawing/2014/main" id="{96F375D0-232A-490A-9499-CB5FBA3FD9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69" name="Freeform 28">
              <a:extLst>
                <a:ext uri="{FF2B5EF4-FFF2-40B4-BE49-F238E27FC236}">
                  <a16:creationId xmlns:a16="http://schemas.microsoft.com/office/drawing/2014/main" id="{6B33B423-FD0F-4780-A0D6-32FC040B37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70" name="Freeform 29">
              <a:extLst>
                <a:ext uri="{FF2B5EF4-FFF2-40B4-BE49-F238E27FC236}">
                  <a16:creationId xmlns:a16="http://schemas.microsoft.com/office/drawing/2014/main" id="{B6BD1710-838F-4CDD-A000-C6C710A6A0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71" name="Freeform 30">
              <a:extLst>
                <a:ext uri="{FF2B5EF4-FFF2-40B4-BE49-F238E27FC236}">
                  <a16:creationId xmlns:a16="http://schemas.microsoft.com/office/drawing/2014/main" id="{0BB93533-1C95-4B0A-B0E2-168602B085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72" name="Freeform 31">
              <a:extLst>
                <a:ext uri="{FF2B5EF4-FFF2-40B4-BE49-F238E27FC236}">
                  <a16:creationId xmlns:a16="http://schemas.microsoft.com/office/drawing/2014/main" id="{CB0B113D-1987-4D89-A475-511E092FE1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</p:grpSp>
      <p:pic>
        <p:nvPicPr>
          <p:cNvPr id="74" name="Picture 2">
            <a:extLst>
              <a:ext uri="{FF2B5EF4-FFF2-40B4-BE49-F238E27FC236}">
                <a16:creationId xmlns:a16="http://schemas.microsoft.com/office/drawing/2014/main" id="{9BE36DBF-0333-4D36-A5BF-81FDA2406F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" y="-13238"/>
            <a:ext cx="3047039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dgm="http://schemas.openxmlformats.org/drawingml/2006/diagram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9997" y="1134681"/>
            <a:ext cx="2057483" cy="4255025"/>
          </a:xfrm>
        </p:spPr>
        <p:txBody>
          <a:bodyPr>
            <a:normAutofit/>
          </a:bodyPr>
          <a:lstStyle/>
          <a:p>
            <a:r>
              <a:rPr lang="pt-PT" sz="3300">
                <a:solidFill>
                  <a:srgbClr val="FFFFFF"/>
                </a:solidFill>
              </a:rPr>
              <a:t>Principais Classes do Servidor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1F65BDD-E260-25AD-5861-B718942D6B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1846026"/>
              </p:ext>
            </p:extLst>
          </p:nvPr>
        </p:nvGraphicFramePr>
        <p:xfrm>
          <a:off x="3496641" y="1134682"/>
          <a:ext cx="5019561" cy="42550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4B9C16B-AC4A-44ED-9075-F76549B46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2A2FEB6-F419-4684-9ABC-9E32E012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575" y="-11384"/>
            <a:ext cx="915604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3" name="Rectangle 5">
              <a:extLst>
                <a:ext uri="{FF2B5EF4-FFF2-40B4-BE49-F238E27FC236}">
                  <a16:creationId xmlns:a16="http://schemas.microsoft.com/office/drawing/2014/main" id="{21E24A15-28D6-4CEB-9268-0BB0BEEAF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4345933F-9633-4510-90E1-08B0E2A19E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C68A48FB-1BE4-4053-A76F-5A5511BA0E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8149777B-6A9F-4C95-BF44-F964645071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0654845E-622A-4AD3-8F3A-6E1DEAB5FC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DF1C0739-3D08-4C83-857E-B0724A6E8C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D235EAA0-7D5A-453A-9643-EE7A4954EA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94C6FB7C-72DE-42DE-8F58-CCE9B8F556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FE31E0FE-EC8D-4EA7-BD9D-02F8C54F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69FE4B12-13E0-48F9-9E18-66406B8D3C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87FAADC3-B321-43EE-B8F3-2842D84098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4" name="Line 16">
              <a:extLst>
                <a:ext uri="{FF2B5EF4-FFF2-40B4-BE49-F238E27FC236}">
                  <a16:creationId xmlns:a16="http://schemas.microsoft.com/office/drawing/2014/main" id="{90461464-1683-402F-A72B-8558CC6777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70F594E7-32D0-45B9-A3CF-636CF6FCBD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8AEF60E1-26C2-4E3C-B839-347DDD23C3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792FE54B-EE9D-4E57-B6BC-6A9196BE8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72BE56DF-619D-463E-8F88-CABA09DA88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9" name="Rectangle 21">
              <a:extLst>
                <a:ext uri="{FF2B5EF4-FFF2-40B4-BE49-F238E27FC236}">
                  <a16:creationId xmlns:a16="http://schemas.microsoft.com/office/drawing/2014/main" id="{C7430457-1935-4BBF-A6A7-7C3125A02E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BB006150-E547-4E84-A2B1-59131F3D53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5A8CD074-956B-41A4-870B-001554B69B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2" name="Freeform 24">
              <a:extLst>
                <a:ext uri="{FF2B5EF4-FFF2-40B4-BE49-F238E27FC236}">
                  <a16:creationId xmlns:a16="http://schemas.microsoft.com/office/drawing/2014/main" id="{070C253B-974E-459F-AD0B-7057224828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3" name="Freeform 25">
              <a:extLst>
                <a:ext uri="{FF2B5EF4-FFF2-40B4-BE49-F238E27FC236}">
                  <a16:creationId xmlns:a16="http://schemas.microsoft.com/office/drawing/2014/main" id="{BBC07B3D-A631-44EA-861A-7D80383A10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4" name="Freeform 26">
              <a:extLst>
                <a:ext uri="{FF2B5EF4-FFF2-40B4-BE49-F238E27FC236}">
                  <a16:creationId xmlns:a16="http://schemas.microsoft.com/office/drawing/2014/main" id="{32039DC6-B4CF-4A5A-8D17-3A568D125C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5" name="Freeform 27">
              <a:extLst>
                <a:ext uri="{FF2B5EF4-FFF2-40B4-BE49-F238E27FC236}">
                  <a16:creationId xmlns:a16="http://schemas.microsoft.com/office/drawing/2014/main" id="{99E0C81F-5D8D-4AF8-BDE5-4DF75868F7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6" name="Freeform 28">
              <a:extLst>
                <a:ext uri="{FF2B5EF4-FFF2-40B4-BE49-F238E27FC236}">
                  <a16:creationId xmlns:a16="http://schemas.microsoft.com/office/drawing/2014/main" id="{0D946680-855C-41EC-BBA2-61F6F776E5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7" name="Freeform 29">
              <a:extLst>
                <a:ext uri="{FF2B5EF4-FFF2-40B4-BE49-F238E27FC236}">
                  <a16:creationId xmlns:a16="http://schemas.microsoft.com/office/drawing/2014/main" id="{E6FAD9E8-6E13-45A0-A5D6-8BCAD27B4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8" name="Freeform 30">
              <a:extLst>
                <a:ext uri="{FF2B5EF4-FFF2-40B4-BE49-F238E27FC236}">
                  <a16:creationId xmlns:a16="http://schemas.microsoft.com/office/drawing/2014/main" id="{0CCBC8FA-0581-454F-9FD1-6B6102A1A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9" name="Freeform 31">
              <a:extLst>
                <a:ext uri="{FF2B5EF4-FFF2-40B4-BE49-F238E27FC236}">
                  <a16:creationId xmlns:a16="http://schemas.microsoft.com/office/drawing/2014/main" id="{5D6C328F-65A5-41E8-86E9-E4E638CC3B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</p:grpSp>
      <p:pic>
        <p:nvPicPr>
          <p:cNvPr id="41" name="Picture 2">
            <a:extLst>
              <a:ext uri="{FF2B5EF4-FFF2-40B4-BE49-F238E27FC236}">
                <a16:creationId xmlns:a16="http://schemas.microsoft.com/office/drawing/2014/main" id="{3E94A106-9341-485C-9057-9D62B2BD0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" y="-2"/>
            <a:ext cx="3046144" cy="6858001"/>
          </a:xfrm>
          <a:prstGeom prst="rect">
            <a:avLst/>
          </a:prstGeom>
          <a:extLst>
            <a:ext uri="{909E8E84-426E-40dd-AFC4-6F175D3DCCD1}">
              <a14:hiddenFill xmlns="" xmlns:a16="http://schemas.microsoft.com/office/drawing/2014/main" xmlns:p14="http://schemas.microsoft.com/office/powerpoint/2010/main" xmlns:dgm="http://schemas.openxmlformats.org/drawingml/2006/diagram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B53044DC-4918-43DA-B49D-91673C6C94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53"/>
            <a:ext cx="3041715" cy="6858000"/>
          </a:xfrm>
          <a:prstGeom prst="rect">
            <a:avLst/>
          </a:prstGeom>
          <a:ln>
            <a:noFill/>
          </a:ln>
          <a:effectLst>
            <a:outerShdw blurRad="76200" dist="38100" algn="l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DCE6B36-1420-43AB-86CF-4E653A51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92" y="-9998"/>
            <a:ext cx="915604" cy="6858001"/>
            <a:chOff x="-14288" y="0"/>
            <a:chExt cx="1220788" cy="6858001"/>
          </a:xfrm>
          <a:gradFill flip="none" rotWithShape="1">
            <a:gsLst>
              <a:gs pos="0">
                <a:schemeClr val="bg2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46" name="Rectangle 5">
              <a:extLst>
                <a:ext uri="{FF2B5EF4-FFF2-40B4-BE49-F238E27FC236}">
                  <a16:creationId xmlns:a16="http://schemas.microsoft.com/office/drawing/2014/main" id="{72626E0B-9628-468E-A713-011C02F602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47" name="Freeform 6">
              <a:extLst>
                <a:ext uri="{FF2B5EF4-FFF2-40B4-BE49-F238E27FC236}">
                  <a16:creationId xmlns:a16="http://schemas.microsoft.com/office/drawing/2014/main" id="{93F7977A-BD91-4B0D-9A8D-372DB67AD8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48" name="Freeform 7">
              <a:extLst>
                <a:ext uri="{FF2B5EF4-FFF2-40B4-BE49-F238E27FC236}">
                  <a16:creationId xmlns:a16="http://schemas.microsoft.com/office/drawing/2014/main" id="{9FEE6A56-01A1-404D-864E-1C2587C9AF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49" name="Freeform 8">
              <a:extLst>
                <a:ext uri="{FF2B5EF4-FFF2-40B4-BE49-F238E27FC236}">
                  <a16:creationId xmlns:a16="http://schemas.microsoft.com/office/drawing/2014/main" id="{E74DBBF2-EF6F-4E3E-B183-F8EEE76094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0" name="Freeform 9">
              <a:extLst>
                <a:ext uri="{FF2B5EF4-FFF2-40B4-BE49-F238E27FC236}">
                  <a16:creationId xmlns:a16="http://schemas.microsoft.com/office/drawing/2014/main" id="{ABCF0F27-B056-474C-A0FB-1DB747A92F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" name="Freeform 10">
              <a:extLst>
                <a:ext uri="{FF2B5EF4-FFF2-40B4-BE49-F238E27FC236}">
                  <a16:creationId xmlns:a16="http://schemas.microsoft.com/office/drawing/2014/main" id="{0A0A5B7B-BA2A-45CC-AABE-9D5B08A5DB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" name="Freeform 11">
              <a:extLst>
                <a:ext uri="{FF2B5EF4-FFF2-40B4-BE49-F238E27FC236}">
                  <a16:creationId xmlns:a16="http://schemas.microsoft.com/office/drawing/2014/main" id="{3C9A5D2B-1787-4954-9108-B9D497A87C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3" name="Freeform 12">
              <a:extLst>
                <a:ext uri="{FF2B5EF4-FFF2-40B4-BE49-F238E27FC236}">
                  <a16:creationId xmlns:a16="http://schemas.microsoft.com/office/drawing/2014/main" id="{818C4F8B-7556-49A7-83C6-C8F631F6A9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4" name="Freeform 13">
              <a:extLst>
                <a:ext uri="{FF2B5EF4-FFF2-40B4-BE49-F238E27FC236}">
                  <a16:creationId xmlns:a16="http://schemas.microsoft.com/office/drawing/2014/main" id="{22BED614-D078-47EA-9C72-190217FDD5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5" name="Freeform 14">
              <a:extLst>
                <a:ext uri="{FF2B5EF4-FFF2-40B4-BE49-F238E27FC236}">
                  <a16:creationId xmlns:a16="http://schemas.microsoft.com/office/drawing/2014/main" id="{73DE0BF2-86D7-4038-AC4B-AF0F116A5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6" name="Freeform 15">
              <a:extLst>
                <a:ext uri="{FF2B5EF4-FFF2-40B4-BE49-F238E27FC236}">
                  <a16:creationId xmlns:a16="http://schemas.microsoft.com/office/drawing/2014/main" id="{11D8BB55-D027-420C-9EF9-49B3BA79DC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7" name="Line 16">
              <a:extLst>
                <a:ext uri="{FF2B5EF4-FFF2-40B4-BE49-F238E27FC236}">
                  <a16:creationId xmlns:a16="http://schemas.microsoft.com/office/drawing/2014/main" id="{3FAEF5CE-07ED-46A7-9777-D86C70719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58" name="Freeform 17">
              <a:extLst>
                <a:ext uri="{FF2B5EF4-FFF2-40B4-BE49-F238E27FC236}">
                  <a16:creationId xmlns:a16="http://schemas.microsoft.com/office/drawing/2014/main" id="{29CAFB1A-357C-4313-B734-1CD4E4F9D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9" name="Freeform 18">
              <a:extLst>
                <a:ext uri="{FF2B5EF4-FFF2-40B4-BE49-F238E27FC236}">
                  <a16:creationId xmlns:a16="http://schemas.microsoft.com/office/drawing/2014/main" id="{653161D3-8634-4BB7-A2BC-028C4EAA1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60" name="Freeform 19">
              <a:extLst>
                <a:ext uri="{FF2B5EF4-FFF2-40B4-BE49-F238E27FC236}">
                  <a16:creationId xmlns:a16="http://schemas.microsoft.com/office/drawing/2014/main" id="{9537546A-6FF1-408B-AFE2-BBF7D34823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61" name="Freeform 20">
              <a:extLst>
                <a:ext uri="{FF2B5EF4-FFF2-40B4-BE49-F238E27FC236}">
                  <a16:creationId xmlns:a16="http://schemas.microsoft.com/office/drawing/2014/main" id="{F73EE662-79B7-404B-B1B8-0E096BE4CD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62" name="Rectangle 21">
              <a:extLst>
                <a:ext uri="{FF2B5EF4-FFF2-40B4-BE49-F238E27FC236}">
                  <a16:creationId xmlns:a16="http://schemas.microsoft.com/office/drawing/2014/main" id="{B6DDB906-1F52-4D64-8493-4816EDDD3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63" name="Freeform 22">
              <a:extLst>
                <a:ext uri="{FF2B5EF4-FFF2-40B4-BE49-F238E27FC236}">
                  <a16:creationId xmlns:a16="http://schemas.microsoft.com/office/drawing/2014/main" id="{4FA472A5-ABEA-4961-897B-7EB96AF09A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64" name="Freeform 23">
              <a:extLst>
                <a:ext uri="{FF2B5EF4-FFF2-40B4-BE49-F238E27FC236}">
                  <a16:creationId xmlns:a16="http://schemas.microsoft.com/office/drawing/2014/main" id="{54226E99-C38F-4456-A1F8-8897483FD9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65" name="Freeform 24">
              <a:extLst>
                <a:ext uri="{FF2B5EF4-FFF2-40B4-BE49-F238E27FC236}">
                  <a16:creationId xmlns:a16="http://schemas.microsoft.com/office/drawing/2014/main" id="{0A4A0196-A383-4629-B9A5-9C87E846C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66" name="Freeform 25">
              <a:extLst>
                <a:ext uri="{FF2B5EF4-FFF2-40B4-BE49-F238E27FC236}">
                  <a16:creationId xmlns:a16="http://schemas.microsoft.com/office/drawing/2014/main" id="{BA5E608D-2E7B-4662-A9A0-18D4E0F0DC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67" name="Freeform 26">
              <a:extLst>
                <a:ext uri="{FF2B5EF4-FFF2-40B4-BE49-F238E27FC236}">
                  <a16:creationId xmlns:a16="http://schemas.microsoft.com/office/drawing/2014/main" id="{5E211F37-790F-4BD7-B055-022AE0C2E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68" name="Freeform 27">
              <a:extLst>
                <a:ext uri="{FF2B5EF4-FFF2-40B4-BE49-F238E27FC236}">
                  <a16:creationId xmlns:a16="http://schemas.microsoft.com/office/drawing/2014/main" id="{96F375D0-232A-490A-9499-CB5FBA3FD9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69" name="Freeform 28">
              <a:extLst>
                <a:ext uri="{FF2B5EF4-FFF2-40B4-BE49-F238E27FC236}">
                  <a16:creationId xmlns:a16="http://schemas.microsoft.com/office/drawing/2014/main" id="{6B33B423-FD0F-4780-A0D6-32FC040B37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70" name="Freeform 29">
              <a:extLst>
                <a:ext uri="{FF2B5EF4-FFF2-40B4-BE49-F238E27FC236}">
                  <a16:creationId xmlns:a16="http://schemas.microsoft.com/office/drawing/2014/main" id="{B6BD1710-838F-4CDD-A000-C6C710A6A0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71" name="Freeform 30">
              <a:extLst>
                <a:ext uri="{FF2B5EF4-FFF2-40B4-BE49-F238E27FC236}">
                  <a16:creationId xmlns:a16="http://schemas.microsoft.com/office/drawing/2014/main" id="{0BB93533-1C95-4B0A-B0E2-168602B085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72" name="Freeform 31">
              <a:extLst>
                <a:ext uri="{FF2B5EF4-FFF2-40B4-BE49-F238E27FC236}">
                  <a16:creationId xmlns:a16="http://schemas.microsoft.com/office/drawing/2014/main" id="{CB0B113D-1987-4D89-A475-511E092FE1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</p:grpSp>
      <p:pic>
        <p:nvPicPr>
          <p:cNvPr id="74" name="Picture 2">
            <a:extLst>
              <a:ext uri="{FF2B5EF4-FFF2-40B4-BE49-F238E27FC236}">
                <a16:creationId xmlns:a16="http://schemas.microsoft.com/office/drawing/2014/main" id="{9BE36DBF-0333-4D36-A5BF-81FDA2406F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" y="-13238"/>
            <a:ext cx="3047039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dgm="http://schemas.openxmlformats.org/drawingml/2006/diagram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9997" y="1134681"/>
            <a:ext cx="2057483" cy="4255025"/>
          </a:xfrm>
        </p:spPr>
        <p:txBody>
          <a:bodyPr>
            <a:normAutofit/>
          </a:bodyPr>
          <a:lstStyle/>
          <a:p>
            <a:r>
              <a:rPr lang="pt-PT" sz="3100">
                <a:solidFill>
                  <a:srgbClr val="FFFFFF"/>
                </a:solidFill>
              </a:rPr>
              <a:t>Principais Classes do HTTPClient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5B5C6F4-41E5-3211-19DE-63DE3DF0F8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0498435"/>
              </p:ext>
            </p:extLst>
          </p:nvPr>
        </p:nvGraphicFramePr>
        <p:xfrm>
          <a:off x="3496641" y="1134682"/>
          <a:ext cx="5019561" cy="42550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79AA19A-D2E5-47F2-AF0A-1AF60D42CC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  <a:effectLst>
            <a:outerShdw blurRad="76200" dist="38100" algn="l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91A1E618-D29E-4367-8C34-500E34D05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087" y="0"/>
            <a:ext cx="9141713" cy="6858000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dgm="http://schemas.openxmlformats.org/drawingml/2006/diagram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1F2BFD0-D896-4BA3-BA8F-0C866BD024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5604" cy="6858001"/>
            <a:chOff x="-14288" y="0"/>
            <a:chExt cx="1220788" cy="6858001"/>
          </a:xfrm>
          <a:gradFill flip="none" rotWithShape="1">
            <a:gsLst>
              <a:gs pos="0">
                <a:schemeClr val="bg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5" name="Rectangle 5">
              <a:extLst>
                <a:ext uri="{FF2B5EF4-FFF2-40B4-BE49-F238E27FC236}">
                  <a16:creationId xmlns:a16="http://schemas.microsoft.com/office/drawing/2014/main" id="{E768552D-D282-4F68-A829-290A4E8317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B24AFF31-9CD5-4E66-92F8-23BBAA24F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2267C9D4-1770-45DD-AAFC-481CD7F9A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10DD6E0B-EC58-4D78-8125-AD2172CD2E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7" name="Freeform 9">
              <a:extLst>
                <a:ext uri="{FF2B5EF4-FFF2-40B4-BE49-F238E27FC236}">
                  <a16:creationId xmlns:a16="http://schemas.microsoft.com/office/drawing/2014/main" id="{23D6129D-742B-422D-A589-6692C16715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8" name="Freeform 10">
              <a:extLst>
                <a:ext uri="{FF2B5EF4-FFF2-40B4-BE49-F238E27FC236}">
                  <a16:creationId xmlns:a16="http://schemas.microsoft.com/office/drawing/2014/main" id="{9EA94B27-F456-4ED8-8882-77632BDA08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5B7F96AD-560C-44A0-A513-B06758743D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1" name="Freeform 12">
              <a:extLst>
                <a:ext uri="{FF2B5EF4-FFF2-40B4-BE49-F238E27FC236}">
                  <a16:creationId xmlns:a16="http://schemas.microsoft.com/office/drawing/2014/main" id="{86701218-3235-4E29-9935-1315B5CCAA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046B7BE0-D335-42EA-9893-4FA7654F1F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8" name="Freeform 14">
              <a:extLst>
                <a:ext uri="{FF2B5EF4-FFF2-40B4-BE49-F238E27FC236}">
                  <a16:creationId xmlns:a16="http://schemas.microsoft.com/office/drawing/2014/main" id="{1CE912BA-808B-403C-B26F-8083A682EF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9" name="Freeform 15">
              <a:extLst>
                <a:ext uri="{FF2B5EF4-FFF2-40B4-BE49-F238E27FC236}">
                  <a16:creationId xmlns:a16="http://schemas.microsoft.com/office/drawing/2014/main" id="{D974F65A-298C-4395-B461-99B9B49A07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60" name="Line 16">
              <a:extLst>
                <a:ext uri="{FF2B5EF4-FFF2-40B4-BE49-F238E27FC236}">
                  <a16:creationId xmlns:a16="http://schemas.microsoft.com/office/drawing/2014/main" id="{700B2930-989F-49DC-B909-8150145AD0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61" name="Freeform 17">
              <a:extLst>
                <a:ext uri="{FF2B5EF4-FFF2-40B4-BE49-F238E27FC236}">
                  <a16:creationId xmlns:a16="http://schemas.microsoft.com/office/drawing/2014/main" id="{795CB5A4-5145-4F55-95D0-6FB820C846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62" name="Freeform 18">
              <a:extLst>
                <a:ext uri="{FF2B5EF4-FFF2-40B4-BE49-F238E27FC236}">
                  <a16:creationId xmlns:a16="http://schemas.microsoft.com/office/drawing/2014/main" id="{54BB8F48-D800-442A-A603-979FE924B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63" name="Freeform 19">
              <a:extLst>
                <a:ext uri="{FF2B5EF4-FFF2-40B4-BE49-F238E27FC236}">
                  <a16:creationId xmlns:a16="http://schemas.microsoft.com/office/drawing/2014/main" id="{6E863078-201C-4DC0-8D49-077300CE50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64" name="Freeform 20">
              <a:extLst>
                <a:ext uri="{FF2B5EF4-FFF2-40B4-BE49-F238E27FC236}">
                  <a16:creationId xmlns:a16="http://schemas.microsoft.com/office/drawing/2014/main" id="{6A07EBB6-75B0-4867-9AAF-7A645F414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65" name="Rectangle 21">
              <a:extLst>
                <a:ext uri="{FF2B5EF4-FFF2-40B4-BE49-F238E27FC236}">
                  <a16:creationId xmlns:a16="http://schemas.microsoft.com/office/drawing/2014/main" id="{FA40A456-C685-468E-802E-FC9DF586AF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66" name="Freeform 22">
              <a:extLst>
                <a:ext uri="{FF2B5EF4-FFF2-40B4-BE49-F238E27FC236}">
                  <a16:creationId xmlns:a16="http://schemas.microsoft.com/office/drawing/2014/main" id="{F101202F-1B2A-414C-83B7-9327E599C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67" name="Freeform 23">
              <a:extLst>
                <a:ext uri="{FF2B5EF4-FFF2-40B4-BE49-F238E27FC236}">
                  <a16:creationId xmlns:a16="http://schemas.microsoft.com/office/drawing/2014/main" id="{4CC9B21F-B169-47E9-9B97-3BB645B29C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68" name="Freeform 24">
              <a:extLst>
                <a:ext uri="{FF2B5EF4-FFF2-40B4-BE49-F238E27FC236}">
                  <a16:creationId xmlns:a16="http://schemas.microsoft.com/office/drawing/2014/main" id="{BC5FF733-2B71-4734-AD6A-5B35D99A35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69" name="Freeform 25">
              <a:extLst>
                <a:ext uri="{FF2B5EF4-FFF2-40B4-BE49-F238E27FC236}">
                  <a16:creationId xmlns:a16="http://schemas.microsoft.com/office/drawing/2014/main" id="{0BCEB342-9AFC-4DCB-B92F-E08DC9594A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70" name="Freeform 26">
              <a:extLst>
                <a:ext uri="{FF2B5EF4-FFF2-40B4-BE49-F238E27FC236}">
                  <a16:creationId xmlns:a16="http://schemas.microsoft.com/office/drawing/2014/main" id="{3B9B4933-5C48-49CF-9C6A-A29413150C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71" name="Freeform 27">
              <a:extLst>
                <a:ext uri="{FF2B5EF4-FFF2-40B4-BE49-F238E27FC236}">
                  <a16:creationId xmlns:a16="http://schemas.microsoft.com/office/drawing/2014/main" id="{404FC76C-600A-482C-8386-F77ACBCCA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72" name="Freeform 28">
              <a:extLst>
                <a:ext uri="{FF2B5EF4-FFF2-40B4-BE49-F238E27FC236}">
                  <a16:creationId xmlns:a16="http://schemas.microsoft.com/office/drawing/2014/main" id="{E8C5D50B-A590-4AAE-A748-113B62DADA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73" name="Freeform 29">
              <a:extLst>
                <a:ext uri="{FF2B5EF4-FFF2-40B4-BE49-F238E27FC236}">
                  <a16:creationId xmlns:a16="http://schemas.microsoft.com/office/drawing/2014/main" id="{6C045F21-7031-4278-BFEE-A9E856ADA9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74" name="Freeform 30">
              <a:extLst>
                <a:ext uri="{FF2B5EF4-FFF2-40B4-BE49-F238E27FC236}">
                  <a16:creationId xmlns:a16="http://schemas.microsoft.com/office/drawing/2014/main" id="{20EE11A6-3412-4362-8A81-592A15F2A1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75" name="Freeform 31">
              <a:extLst>
                <a:ext uri="{FF2B5EF4-FFF2-40B4-BE49-F238E27FC236}">
                  <a16:creationId xmlns:a16="http://schemas.microsoft.com/office/drawing/2014/main" id="{A376EBB9-93F5-4B6F-95B3-C36B6C851E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9997" y="1254035"/>
            <a:ext cx="2194643" cy="4002222"/>
          </a:xfrm>
        </p:spPr>
        <p:txBody>
          <a:bodyPr>
            <a:normAutofit/>
          </a:bodyPr>
          <a:lstStyle/>
          <a:p>
            <a:r>
              <a:rPr lang="pt-PT" sz="3300">
                <a:solidFill>
                  <a:srgbClr val="FFFFFF"/>
                </a:solidFill>
              </a:rPr>
              <a:t>Principais Classes do RMIClient</a:t>
            </a:r>
          </a:p>
        </p:txBody>
      </p:sp>
      <p:sp useBgFill="1">
        <p:nvSpPr>
          <p:cNvPr id="76" name="Round Diagonal Corner Rectangle 6">
            <a:extLst>
              <a:ext uri="{FF2B5EF4-FFF2-40B4-BE49-F238E27FC236}">
                <a16:creationId xmlns:a16="http://schemas.microsoft.com/office/drawing/2014/main" id="{092ADBCF-B973-4C52-B740-4963E95B35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4951" y="853439"/>
            <a:ext cx="5240607" cy="4760505"/>
          </a:xfrm>
          <a:prstGeom prst="round2DiagRect">
            <a:avLst>
              <a:gd name="adj1" fmla="val 7418"/>
              <a:gd name="adj2" fmla="val 0"/>
            </a:avLst>
          </a:prstGeom>
          <a:ln w="19050" cap="sq">
            <a:solidFill>
              <a:schemeClr val="bg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7" name="Group 44">
            <a:extLst>
              <a:ext uri="{FF2B5EF4-FFF2-40B4-BE49-F238E27FC236}">
                <a16:creationId xmlns:a16="http://schemas.microsoft.com/office/drawing/2014/main" id="{3FDD94EF-2C73-4E4C-8332-A75D8AC6BE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34400" y="0"/>
            <a:ext cx="506016" cy="6848476"/>
            <a:chOff x="11364912" y="0"/>
            <a:chExt cx="674688" cy="6848476"/>
          </a:xfrm>
          <a:gradFill flip="none" rotWithShape="1">
            <a:gsLst>
              <a:gs pos="0">
                <a:schemeClr val="bg2"/>
              </a:gs>
              <a:gs pos="100000">
                <a:schemeClr val="bg2">
                  <a:lumMod val="60000"/>
                  <a:lumOff val="40000"/>
                  <a:alpha val="60000"/>
                </a:schemeClr>
              </a:gs>
            </a:gsLst>
            <a:lin ang="5400000" scaled="0"/>
            <a:tileRect/>
          </a:gradFill>
        </p:grpSpPr>
        <p:sp>
          <p:nvSpPr>
            <p:cNvPr id="46" name="Freeform 32">
              <a:extLst>
                <a:ext uri="{FF2B5EF4-FFF2-40B4-BE49-F238E27FC236}">
                  <a16:creationId xmlns:a16="http://schemas.microsoft.com/office/drawing/2014/main" id="{16EF4FCE-B4BF-485E-B545-95827107AD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47" name="Freeform 33">
              <a:extLst>
                <a:ext uri="{FF2B5EF4-FFF2-40B4-BE49-F238E27FC236}">
                  <a16:creationId xmlns:a16="http://schemas.microsoft.com/office/drawing/2014/main" id="{C2DD2F29-32E6-486A-A295-CB29680AD9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78" name="Freeform 34">
              <a:extLst>
                <a:ext uri="{FF2B5EF4-FFF2-40B4-BE49-F238E27FC236}">
                  <a16:creationId xmlns:a16="http://schemas.microsoft.com/office/drawing/2014/main" id="{B1A76276-E7B7-4550-9AFF-0A2E9EAEA4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79" name="Freeform 35">
              <a:extLst>
                <a:ext uri="{FF2B5EF4-FFF2-40B4-BE49-F238E27FC236}">
                  <a16:creationId xmlns:a16="http://schemas.microsoft.com/office/drawing/2014/main" id="{EAFC4E0E-3390-457C-BCC9-A2479C10FE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80" name="Freeform 36">
              <a:extLst>
                <a:ext uri="{FF2B5EF4-FFF2-40B4-BE49-F238E27FC236}">
                  <a16:creationId xmlns:a16="http://schemas.microsoft.com/office/drawing/2014/main" id="{D0E59BF7-C450-4448-B71A-80ECD878D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81" name="Freeform 37">
              <a:extLst>
                <a:ext uri="{FF2B5EF4-FFF2-40B4-BE49-F238E27FC236}">
                  <a16:creationId xmlns:a16="http://schemas.microsoft.com/office/drawing/2014/main" id="{BAB182A0-0A27-42D3-A9D0-56E8B7F4A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82" name="Freeform 38">
              <a:extLst>
                <a:ext uri="{FF2B5EF4-FFF2-40B4-BE49-F238E27FC236}">
                  <a16:creationId xmlns:a16="http://schemas.microsoft.com/office/drawing/2014/main" id="{4C9A08D9-525C-448E-A071-78226848F4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83" name="Freeform 39">
              <a:extLst>
                <a:ext uri="{FF2B5EF4-FFF2-40B4-BE49-F238E27FC236}">
                  <a16:creationId xmlns:a16="http://schemas.microsoft.com/office/drawing/2014/main" id="{E7818D96-423C-499F-A080-00EF0B9D48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84" name="Freeform 40">
              <a:extLst>
                <a:ext uri="{FF2B5EF4-FFF2-40B4-BE49-F238E27FC236}">
                  <a16:creationId xmlns:a16="http://schemas.microsoft.com/office/drawing/2014/main" id="{059B8971-2367-46BA-8FCC-D001A6C36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85" name="Rectangle 41">
              <a:extLst>
                <a:ext uri="{FF2B5EF4-FFF2-40B4-BE49-F238E27FC236}">
                  <a16:creationId xmlns:a16="http://schemas.microsoft.com/office/drawing/2014/main" id="{E4DF0A08-11EF-495A-980F-2ED66FBB81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0190693-DBD6-6F97-8305-73AA378FA6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3675748"/>
              </p:ext>
            </p:extLst>
          </p:nvPr>
        </p:nvGraphicFramePr>
        <p:xfrm>
          <a:off x="3317965" y="1254035"/>
          <a:ext cx="4722223" cy="40022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4" name="Rectangle 63">
            <a:extLst>
              <a:ext uri="{FF2B5EF4-FFF2-40B4-BE49-F238E27FC236}">
                <a16:creationId xmlns:a16="http://schemas.microsoft.com/office/drawing/2014/main" id="{54B9C16B-AC4A-44ED-9075-F76549B46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62A2FEB6-F419-4684-9ABC-9E32E012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575" y="-11384"/>
            <a:ext cx="915604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>
              <a:extLst>
                <a:ext uri="{FF2B5EF4-FFF2-40B4-BE49-F238E27FC236}">
                  <a16:creationId xmlns:a16="http://schemas.microsoft.com/office/drawing/2014/main" id="{21E24A15-28D6-4CEB-9268-0BB0BEEAF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68" name="Freeform 6">
              <a:extLst>
                <a:ext uri="{FF2B5EF4-FFF2-40B4-BE49-F238E27FC236}">
                  <a16:creationId xmlns:a16="http://schemas.microsoft.com/office/drawing/2014/main" id="{4345933F-9633-4510-90E1-08B0E2A19E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69" name="Freeform 7">
              <a:extLst>
                <a:ext uri="{FF2B5EF4-FFF2-40B4-BE49-F238E27FC236}">
                  <a16:creationId xmlns:a16="http://schemas.microsoft.com/office/drawing/2014/main" id="{C68A48FB-1BE4-4053-A76F-5A5511BA0E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70" name="Freeform 8">
              <a:extLst>
                <a:ext uri="{FF2B5EF4-FFF2-40B4-BE49-F238E27FC236}">
                  <a16:creationId xmlns:a16="http://schemas.microsoft.com/office/drawing/2014/main" id="{8149777B-6A9F-4C95-BF44-F964645071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71" name="Freeform 9">
              <a:extLst>
                <a:ext uri="{FF2B5EF4-FFF2-40B4-BE49-F238E27FC236}">
                  <a16:creationId xmlns:a16="http://schemas.microsoft.com/office/drawing/2014/main" id="{0654845E-622A-4AD3-8F3A-6E1DEAB5FC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72" name="Freeform 10">
              <a:extLst>
                <a:ext uri="{FF2B5EF4-FFF2-40B4-BE49-F238E27FC236}">
                  <a16:creationId xmlns:a16="http://schemas.microsoft.com/office/drawing/2014/main" id="{DF1C0739-3D08-4C83-857E-B0724A6E8C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73" name="Freeform 11">
              <a:extLst>
                <a:ext uri="{FF2B5EF4-FFF2-40B4-BE49-F238E27FC236}">
                  <a16:creationId xmlns:a16="http://schemas.microsoft.com/office/drawing/2014/main" id="{D235EAA0-7D5A-453A-9643-EE7A4954EA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74" name="Freeform 12">
              <a:extLst>
                <a:ext uri="{FF2B5EF4-FFF2-40B4-BE49-F238E27FC236}">
                  <a16:creationId xmlns:a16="http://schemas.microsoft.com/office/drawing/2014/main" id="{94C6FB7C-72DE-42DE-8F58-CCE9B8F556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75" name="Freeform 13">
              <a:extLst>
                <a:ext uri="{FF2B5EF4-FFF2-40B4-BE49-F238E27FC236}">
                  <a16:creationId xmlns:a16="http://schemas.microsoft.com/office/drawing/2014/main" id="{FE31E0FE-EC8D-4EA7-BD9D-02F8C54F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76" name="Freeform 14">
              <a:extLst>
                <a:ext uri="{FF2B5EF4-FFF2-40B4-BE49-F238E27FC236}">
                  <a16:creationId xmlns:a16="http://schemas.microsoft.com/office/drawing/2014/main" id="{69FE4B12-13E0-48F9-9E18-66406B8D3C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77" name="Freeform 15">
              <a:extLst>
                <a:ext uri="{FF2B5EF4-FFF2-40B4-BE49-F238E27FC236}">
                  <a16:creationId xmlns:a16="http://schemas.microsoft.com/office/drawing/2014/main" id="{87FAADC3-B321-43EE-B8F3-2842D84098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78" name="Line 16">
              <a:extLst>
                <a:ext uri="{FF2B5EF4-FFF2-40B4-BE49-F238E27FC236}">
                  <a16:creationId xmlns:a16="http://schemas.microsoft.com/office/drawing/2014/main" id="{90461464-1683-402F-A72B-8558CC6777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79" name="Freeform 17">
              <a:extLst>
                <a:ext uri="{FF2B5EF4-FFF2-40B4-BE49-F238E27FC236}">
                  <a16:creationId xmlns:a16="http://schemas.microsoft.com/office/drawing/2014/main" id="{70F594E7-32D0-45B9-A3CF-636CF6FCBD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80" name="Freeform 18">
              <a:extLst>
                <a:ext uri="{FF2B5EF4-FFF2-40B4-BE49-F238E27FC236}">
                  <a16:creationId xmlns:a16="http://schemas.microsoft.com/office/drawing/2014/main" id="{8AEF60E1-26C2-4E3C-B839-347DDD23C3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81" name="Freeform 19">
              <a:extLst>
                <a:ext uri="{FF2B5EF4-FFF2-40B4-BE49-F238E27FC236}">
                  <a16:creationId xmlns:a16="http://schemas.microsoft.com/office/drawing/2014/main" id="{792FE54B-EE9D-4E57-B6BC-6A9196BE8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82" name="Freeform 20">
              <a:extLst>
                <a:ext uri="{FF2B5EF4-FFF2-40B4-BE49-F238E27FC236}">
                  <a16:creationId xmlns:a16="http://schemas.microsoft.com/office/drawing/2014/main" id="{72BE56DF-619D-463E-8F88-CABA09DA88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83" name="Rectangle 21">
              <a:extLst>
                <a:ext uri="{FF2B5EF4-FFF2-40B4-BE49-F238E27FC236}">
                  <a16:creationId xmlns:a16="http://schemas.microsoft.com/office/drawing/2014/main" id="{C7430457-1935-4BBF-A6A7-7C3125A02E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84" name="Freeform 22">
              <a:extLst>
                <a:ext uri="{FF2B5EF4-FFF2-40B4-BE49-F238E27FC236}">
                  <a16:creationId xmlns:a16="http://schemas.microsoft.com/office/drawing/2014/main" id="{BB006150-E547-4E84-A2B1-59131F3D53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85" name="Freeform 23">
              <a:extLst>
                <a:ext uri="{FF2B5EF4-FFF2-40B4-BE49-F238E27FC236}">
                  <a16:creationId xmlns:a16="http://schemas.microsoft.com/office/drawing/2014/main" id="{5A8CD074-956B-41A4-870B-001554B69B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86" name="Freeform 24">
              <a:extLst>
                <a:ext uri="{FF2B5EF4-FFF2-40B4-BE49-F238E27FC236}">
                  <a16:creationId xmlns:a16="http://schemas.microsoft.com/office/drawing/2014/main" id="{070C253B-974E-459F-AD0B-7057224828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87" name="Freeform 25">
              <a:extLst>
                <a:ext uri="{FF2B5EF4-FFF2-40B4-BE49-F238E27FC236}">
                  <a16:creationId xmlns:a16="http://schemas.microsoft.com/office/drawing/2014/main" id="{BBC07B3D-A631-44EA-861A-7D80383A10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88" name="Freeform 26">
              <a:extLst>
                <a:ext uri="{FF2B5EF4-FFF2-40B4-BE49-F238E27FC236}">
                  <a16:creationId xmlns:a16="http://schemas.microsoft.com/office/drawing/2014/main" id="{32039DC6-B4CF-4A5A-8D17-3A568D125C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89" name="Freeform 27">
              <a:extLst>
                <a:ext uri="{FF2B5EF4-FFF2-40B4-BE49-F238E27FC236}">
                  <a16:creationId xmlns:a16="http://schemas.microsoft.com/office/drawing/2014/main" id="{99E0C81F-5D8D-4AF8-BDE5-4DF75868F7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90" name="Freeform 28">
              <a:extLst>
                <a:ext uri="{FF2B5EF4-FFF2-40B4-BE49-F238E27FC236}">
                  <a16:creationId xmlns:a16="http://schemas.microsoft.com/office/drawing/2014/main" id="{0D946680-855C-41EC-BBA2-61F6F776E5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91" name="Freeform 29">
              <a:extLst>
                <a:ext uri="{FF2B5EF4-FFF2-40B4-BE49-F238E27FC236}">
                  <a16:creationId xmlns:a16="http://schemas.microsoft.com/office/drawing/2014/main" id="{E6FAD9E8-6E13-45A0-A5D6-8BCAD27B4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92" name="Freeform 30">
              <a:extLst>
                <a:ext uri="{FF2B5EF4-FFF2-40B4-BE49-F238E27FC236}">
                  <a16:creationId xmlns:a16="http://schemas.microsoft.com/office/drawing/2014/main" id="{0CCBC8FA-0581-454F-9FD1-6B6102A1A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93" name="Freeform 31">
              <a:extLst>
                <a:ext uri="{FF2B5EF4-FFF2-40B4-BE49-F238E27FC236}">
                  <a16:creationId xmlns:a16="http://schemas.microsoft.com/office/drawing/2014/main" id="{5D6C328F-65A5-41E8-86E9-E4E638CC3B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</p:grpSp>
      <p:pic>
        <p:nvPicPr>
          <p:cNvPr id="95" name="Picture 2">
            <a:extLst>
              <a:ext uri="{FF2B5EF4-FFF2-40B4-BE49-F238E27FC236}">
                <a16:creationId xmlns:a16="http://schemas.microsoft.com/office/drawing/2014/main" id="{3E94A106-9341-485C-9057-9D62B2BD0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" y="-2"/>
            <a:ext cx="3046144" cy="6858001"/>
          </a:xfrm>
          <a:prstGeom prst="rect">
            <a:avLst/>
          </a:prstGeom>
          <a:extLst>
            <a:ext uri="{909E8E84-426E-40dd-AFC4-6F175D3DCCD1}">
              <a14:hiddenFill xmlns="" xmlns:a16="http://schemas.microsoft.com/office/drawing/2014/main" xmlns:p14="http://schemas.microsoft.com/office/powerpoint/2010/main" xmlns:dgm="http://schemas.openxmlformats.org/drawingml/2006/diagram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7" name="Rectangle 96">
            <a:extLst>
              <a:ext uri="{FF2B5EF4-FFF2-40B4-BE49-F238E27FC236}">
                <a16:creationId xmlns:a16="http://schemas.microsoft.com/office/drawing/2014/main" id="{B53044DC-4918-43DA-B49D-91673C6C94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53"/>
            <a:ext cx="3041715" cy="6858000"/>
          </a:xfrm>
          <a:prstGeom prst="rect">
            <a:avLst/>
          </a:prstGeom>
          <a:ln>
            <a:noFill/>
          </a:ln>
          <a:effectLst>
            <a:outerShdw blurRad="76200" dist="38100" algn="l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1DCE6B36-1420-43AB-86CF-4E653A51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92" y="-9998"/>
            <a:ext cx="915604" cy="6858001"/>
            <a:chOff x="-14288" y="0"/>
            <a:chExt cx="1220788" cy="6858001"/>
          </a:xfrm>
          <a:gradFill flip="none" rotWithShape="1">
            <a:gsLst>
              <a:gs pos="0">
                <a:schemeClr val="bg2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00" name="Rectangle 5">
              <a:extLst>
                <a:ext uri="{FF2B5EF4-FFF2-40B4-BE49-F238E27FC236}">
                  <a16:creationId xmlns:a16="http://schemas.microsoft.com/office/drawing/2014/main" id="{72626E0B-9628-468E-A713-011C02F602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01" name="Freeform 6">
              <a:extLst>
                <a:ext uri="{FF2B5EF4-FFF2-40B4-BE49-F238E27FC236}">
                  <a16:creationId xmlns:a16="http://schemas.microsoft.com/office/drawing/2014/main" id="{93F7977A-BD91-4B0D-9A8D-372DB67AD8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02" name="Freeform 7">
              <a:extLst>
                <a:ext uri="{FF2B5EF4-FFF2-40B4-BE49-F238E27FC236}">
                  <a16:creationId xmlns:a16="http://schemas.microsoft.com/office/drawing/2014/main" id="{9FEE6A56-01A1-404D-864E-1C2587C9AF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03" name="Freeform 8">
              <a:extLst>
                <a:ext uri="{FF2B5EF4-FFF2-40B4-BE49-F238E27FC236}">
                  <a16:creationId xmlns:a16="http://schemas.microsoft.com/office/drawing/2014/main" id="{E74DBBF2-EF6F-4E3E-B183-F8EEE76094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04" name="Freeform 9">
              <a:extLst>
                <a:ext uri="{FF2B5EF4-FFF2-40B4-BE49-F238E27FC236}">
                  <a16:creationId xmlns:a16="http://schemas.microsoft.com/office/drawing/2014/main" id="{ABCF0F27-B056-474C-A0FB-1DB747A92F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05" name="Freeform 10">
              <a:extLst>
                <a:ext uri="{FF2B5EF4-FFF2-40B4-BE49-F238E27FC236}">
                  <a16:creationId xmlns:a16="http://schemas.microsoft.com/office/drawing/2014/main" id="{0A0A5B7B-BA2A-45CC-AABE-9D5B08A5DB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06" name="Freeform 11">
              <a:extLst>
                <a:ext uri="{FF2B5EF4-FFF2-40B4-BE49-F238E27FC236}">
                  <a16:creationId xmlns:a16="http://schemas.microsoft.com/office/drawing/2014/main" id="{3C9A5D2B-1787-4954-9108-B9D497A87C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07" name="Freeform 12">
              <a:extLst>
                <a:ext uri="{FF2B5EF4-FFF2-40B4-BE49-F238E27FC236}">
                  <a16:creationId xmlns:a16="http://schemas.microsoft.com/office/drawing/2014/main" id="{818C4F8B-7556-49A7-83C6-C8F631F6A9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08" name="Freeform 13">
              <a:extLst>
                <a:ext uri="{FF2B5EF4-FFF2-40B4-BE49-F238E27FC236}">
                  <a16:creationId xmlns:a16="http://schemas.microsoft.com/office/drawing/2014/main" id="{22BED614-D078-47EA-9C72-190217FDD5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09" name="Freeform 14">
              <a:extLst>
                <a:ext uri="{FF2B5EF4-FFF2-40B4-BE49-F238E27FC236}">
                  <a16:creationId xmlns:a16="http://schemas.microsoft.com/office/drawing/2014/main" id="{73DE0BF2-86D7-4038-AC4B-AF0F116A5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10" name="Freeform 15">
              <a:extLst>
                <a:ext uri="{FF2B5EF4-FFF2-40B4-BE49-F238E27FC236}">
                  <a16:creationId xmlns:a16="http://schemas.microsoft.com/office/drawing/2014/main" id="{11D8BB55-D027-420C-9EF9-49B3BA79DC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11" name="Line 16">
              <a:extLst>
                <a:ext uri="{FF2B5EF4-FFF2-40B4-BE49-F238E27FC236}">
                  <a16:creationId xmlns:a16="http://schemas.microsoft.com/office/drawing/2014/main" id="{3FAEF5CE-07ED-46A7-9777-D86C70719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12" name="Freeform 17">
              <a:extLst>
                <a:ext uri="{FF2B5EF4-FFF2-40B4-BE49-F238E27FC236}">
                  <a16:creationId xmlns:a16="http://schemas.microsoft.com/office/drawing/2014/main" id="{29CAFB1A-357C-4313-B734-1CD4E4F9D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13" name="Freeform 18">
              <a:extLst>
                <a:ext uri="{FF2B5EF4-FFF2-40B4-BE49-F238E27FC236}">
                  <a16:creationId xmlns:a16="http://schemas.microsoft.com/office/drawing/2014/main" id="{653161D3-8634-4BB7-A2BC-028C4EAA1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14" name="Freeform 19">
              <a:extLst>
                <a:ext uri="{FF2B5EF4-FFF2-40B4-BE49-F238E27FC236}">
                  <a16:creationId xmlns:a16="http://schemas.microsoft.com/office/drawing/2014/main" id="{9537546A-6FF1-408B-AFE2-BBF7D34823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15" name="Freeform 20">
              <a:extLst>
                <a:ext uri="{FF2B5EF4-FFF2-40B4-BE49-F238E27FC236}">
                  <a16:creationId xmlns:a16="http://schemas.microsoft.com/office/drawing/2014/main" id="{F73EE662-79B7-404B-B1B8-0E096BE4CD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16" name="Rectangle 21">
              <a:extLst>
                <a:ext uri="{FF2B5EF4-FFF2-40B4-BE49-F238E27FC236}">
                  <a16:creationId xmlns:a16="http://schemas.microsoft.com/office/drawing/2014/main" id="{B6DDB906-1F52-4D64-8493-4816EDDD3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17" name="Freeform 22">
              <a:extLst>
                <a:ext uri="{FF2B5EF4-FFF2-40B4-BE49-F238E27FC236}">
                  <a16:creationId xmlns:a16="http://schemas.microsoft.com/office/drawing/2014/main" id="{4FA472A5-ABEA-4961-897B-7EB96AF09A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18" name="Freeform 23">
              <a:extLst>
                <a:ext uri="{FF2B5EF4-FFF2-40B4-BE49-F238E27FC236}">
                  <a16:creationId xmlns:a16="http://schemas.microsoft.com/office/drawing/2014/main" id="{54226E99-C38F-4456-A1F8-8897483FD9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19" name="Freeform 24">
              <a:extLst>
                <a:ext uri="{FF2B5EF4-FFF2-40B4-BE49-F238E27FC236}">
                  <a16:creationId xmlns:a16="http://schemas.microsoft.com/office/drawing/2014/main" id="{0A4A0196-A383-4629-B9A5-9C87E846C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20" name="Freeform 25">
              <a:extLst>
                <a:ext uri="{FF2B5EF4-FFF2-40B4-BE49-F238E27FC236}">
                  <a16:creationId xmlns:a16="http://schemas.microsoft.com/office/drawing/2014/main" id="{BA5E608D-2E7B-4662-A9A0-18D4E0F0DC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21" name="Freeform 26">
              <a:extLst>
                <a:ext uri="{FF2B5EF4-FFF2-40B4-BE49-F238E27FC236}">
                  <a16:creationId xmlns:a16="http://schemas.microsoft.com/office/drawing/2014/main" id="{5E211F37-790F-4BD7-B055-022AE0C2E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22" name="Freeform 27">
              <a:extLst>
                <a:ext uri="{FF2B5EF4-FFF2-40B4-BE49-F238E27FC236}">
                  <a16:creationId xmlns:a16="http://schemas.microsoft.com/office/drawing/2014/main" id="{96F375D0-232A-490A-9499-CB5FBA3FD9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23" name="Freeform 28">
              <a:extLst>
                <a:ext uri="{FF2B5EF4-FFF2-40B4-BE49-F238E27FC236}">
                  <a16:creationId xmlns:a16="http://schemas.microsoft.com/office/drawing/2014/main" id="{6B33B423-FD0F-4780-A0D6-32FC040B37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24" name="Freeform 29">
              <a:extLst>
                <a:ext uri="{FF2B5EF4-FFF2-40B4-BE49-F238E27FC236}">
                  <a16:creationId xmlns:a16="http://schemas.microsoft.com/office/drawing/2014/main" id="{B6BD1710-838F-4CDD-A000-C6C710A6A0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25" name="Freeform 30">
              <a:extLst>
                <a:ext uri="{FF2B5EF4-FFF2-40B4-BE49-F238E27FC236}">
                  <a16:creationId xmlns:a16="http://schemas.microsoft.com/office/drawing/2014/main" id="{0BB93533-1C95-4B0A-B0E2-168602B085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26" name="Freeform 31">
              <a:extLst>
                <a:ext uri="{FF2B5EF4-FFF2-40B4-BE49-F238E27FC236}">
                  <a16:creationId xmlns:a16="http://schemas.microsoft.com/office/drawing/2014/main" id="{CB0B113D-1987-4D89-A475-511E092FE1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</p:grpSp>
      <p:pic>
        <p:nvPicPr>
          <p:cNvPr id="128" name="Picture 2">
            <a:extLst>
              <a:ext uri="{FF2B5EF4-FFF2-40B4-BE49-F238E27FC236}">
                <a16:creationId xmlns:a16="http://schemas.microsoft.com/office/drawing/2014/main" id="{9BE36DBF-0333-4D36-A5BF-81FDA2406F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" y="-13238"/>
            <a:ext cx="3047039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dgm="http://schemas.openxmlformats.org/drawingml/2006/diagram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9997" y="1134681"/>
            <a:ext cx="2057483" cy="4255025"/>
          </a:xfrm>
        </p:spPr>
        <p:txBody>
          <a:bodyPr>
            <a:normAutofit/>
          </a:bodyPr>
          <a:lstStyle/>
          <a:p>
            <a:r>
              <a:rPr lang="pt-PT" sz="1700">
                <a:solidFill>
                  <a:srgbClr val="FFFFFF"/>
                </a:solidFill>
              </a:rPr>
              <a:t>Funcionalidades do Sistema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9BF39AA-0F72-92A4-7FEC-E8D594F1AC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7429517"/>
              </p:ext>
            </p:extLst>
          </p:nvPr>
        </p:nvGraphicFramePr>
        <p:xfrm>
          <a:off x="3496641" y="1134682"/>
          <a:ext cx="5019561" cy="42550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4" name="Rectangle 63">
            <a:extLst>
              <a:ext uri="{FF2B5EF4-FFF2-40B4-BE49-F238E27FC236}">
                <a16:creationId xmlns:a16="http://schemas.microsoft.com/office/drawing/2014/main" id="{54B9C16B-AC4A-44ED-9075-F76549B46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62A2FEB6-F419-4684-9ABC-9E32E012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575" y="-11384"/>
            <a:ext cx="915604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>
              <a:extLst>
                <a:ext uri="{FF2B5EF4-FFF2-40B4-BE49-F238E27FC236}">
                  <a16:creationId xmlns:a16="http://schemas.microsoft.com/office/drawing/2014/main" id="{21E24A15-28D6-4CEB-9268-0BB0BEEAF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68" name="Freeform 6">
              <a:extLst>
                <a:ext uri="{FF2B5EF4-FFF2-40B4-BE49-F238E27FC236}">
                  <a16:creationId xmlns:a16="http://schemas.microsoft.com/office/drawing/2014/main" id="{4345933F-9633-4510-90E1-08B0E2A19E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69" name="Freeform 7">
              <a:extLst>
                <a:ext uri="{FF2B5EF4-FFF2-40B4-BE49-F238E27FC236}">
                  <a16:creationId xmlns:a16="http://schemas.microsoft.com/office/drawing/2014/main" id="{C68A48FB-1BE4-4053-A76F-5A5511BA0E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70" name="Freeform 8">
              <a:extLst>
                <a:ext uri="{FF2B5EF4-FFF2-40B4-BE49-F238E27FC236}">
                  <a16:creationId xmlns:a16="http://schemas.microsoft.com/office/drawing/2014/main" id="{8149777B-6A9F-4C95-BF44-F964645071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71" name="Freeform 9">
              <a:extLst>
                <a:ext uri="{FF2B5EF4-FFF2-40B4-BE49-F238E27FC236}">
                  <a16:creationId xmlns:a16="http://schemas.microsoft.com/office/drawing/2014/main" id="{0654845E-622A-4AD3-8F3A-6E1DEAB5FC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72" name="Freeform 10">
              <a:extLst>
                <a:ext uri="{FF2B5EF4-FFF2-40B4-BE49-F238E27FC236}">
                  <a16:creationId xmlns:a16="http://schemas.microsoft.com/office/drawing/2014/main" id="{DF1C0739-3D08-4C83-857E-B0724A6E8C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73" name="Freeform 11">
              <a:extLst>
                <a:ext uri="{FF2B5EF4-FFF2-40B4-BE49-F238E27FC236}">
                  <a16:creationId xmlns:a16="http://schemas.microsoft.com/office/drawing/2014/main" id="{D235EAA0-7D5A-453A-9643-EE7A4954EA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74" name="Freeform 12">
              <a:extLst>
                <a:ext uri="{FF2B5EF4-FFF2-40B4-BE49-F238E27FC236}">
                  <a16:creationId xmlns:a16="http://schemas.microsoft.com/office/drawing/2014/main" id="{94C6FB7C-72DE-42DE-8F58-CCE9B8F556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75" name="Freeform 13">
              <a:extLst>
                <a:ext uri="{FF2B5EF4-FFF2-40B4-BE49-F238E27FC236}">
                  <a16:creationId xmlns:a16="http://schemas.microsoft.com/office/drawing/2014/main" id="{FE31E0FE-EC8D-4EA7-BD9D-02F8C54F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76" name="Freeform 14">
              <a:extLst>
                <a:ext uri="{FF2B5EF4-FFF2-40B4-BE49-F238E27FC236}">
                  <a16:creationId xmlns:a16="http://schemas.microsoft.com/office/drawing/2014/main" id="{69FE4B12-13E0-48F9-9E18-66406B8D3C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77" name="Freeform 15">
              <a:extLst>
                <a:ext uri="{FF2B5EF4-FFF2-40B4-BE49-F238E27FC236}">
                  <a16:creationId xmlns:a16="http://schemas.microsoft.com/office/drawing/2014/main" id="{87FAADC3-B321-43EE-B8F3-2842D84098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78" name="Line 16">
              <a:extLst>
                <a:ext uri="{FF2B5EF4-FFF2-40B4-BE49-F238E27FC236}">
                  <a16:creationId xmlns:a16="http://schemas.microsoft.com/office/drawing/2014/main" id="{90461464-1683-402F-A72B-8558CC6777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79" name="Freeform 17">
              <a:extLst>
                <a:ext uri="{FF2B5EF4-FFF2-40B4-BE49-F238E27FC236}">
                  <a16:creationId xmlns:a16="http://schemas.microsoft.com/office/drawing/2014/main" id="{70F594E7-32D0-45B9-A3CF-636CF6FCBD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80" name="Freeform 18">
              <a:extLst>
                <a:ext uri="{FF2B5EF4-FFF2-40B4-BE49-F238E27FC236}">
                  <a16:creationId xmlns:a16="http://schemas.microsoft.com/office/drawing/2014/main" id="{8AEF60E1-26C2-4E3C-B839-347DDD23C3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81" name="Freeform 19">
              <a:extLst>
                <a:ext uri="{FF2B5EF4-FFF2-40B4-BE49-F238E27FC236}">
                  <a16:creationId xmlns:a16="http://schemas.microsoft.com/office/drawing/2014/main" id="{792FE54B-EE9D-4E57-B6BC-6A9196BE8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82" name="Freeform 20">
              <a:extLst>
                <a:ext uri="{FF2B5EF4-FFF2-40B4-BE49-F238E27FC236}">
                  <a16:creationId xmlns:a16="http://schemas.microsoft.com/office/drawing/2014/main" id="{72BE56DF-619D-463E-8F88-CABA09DA88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83" name="Rectangle 21">
              <a:extLst>
                <a:ext uri="{FF2B5EF4-FFF2-40B4-BE49-F238E27FC236}">
                  <a16:creationId xmlns:a16="http://schemas.microsoft.com/office/drawing/2014/main" id="{C7430457-1935-4BBF-A6A7-7C3125A02E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84" name="Freeform 22">
              <a:extLst>
                <a:ext uri="{FF2B5EF4-FFF2-40B4-BE49-F238E27FC236}">
                  <a16:creationId xmlns:a16="http://schemas.microsoft.com/office/drawing/2014/main" id="{BB006150-E547-4E84-A2B1-59131F3D53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85" name="Freeform 23">
              <a:extLst>
                <a:ext uri="{FF2B5EF4-FFF2-40B4-BE49-F238E27FC236}">
                  <a16:creationId xmlns:a16="http://schemas.microsoft.com/office/drawing/2014/main" id="{5A8CD074-956B-41A4-870B-001554B69B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86" name="Freeform 24">
              <a:extLst>
                <a:ext uri="{FF2B5EF4-FFF2-40B4-BE49-F238E27FC236}">
                  <a16:creationId xmlns:a16="http://schemas.microsoft.com/office/drawing/2014/main" id="{070C253B-974E-459F-AD0B-7057224828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87" name="Freeform 25">
              <a:extLst>
                <a:ext uri="{FF2B5EF4-FFF2-40B4-BE49-F238E27FC236}">
                  <a16:creationId xmlns:a16="http://schemas.microsoft.com/office/drawing/2014/main" id="{BBC07B3D-A631-44EA-861A-7D80383A10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88" name="Freeform 26">
              <a:extLst>
                <a:ext uri="{FF2B5EF4-FFF2-40B4-BE49-F238E27FC236}">
                  <a16:creationId xmlns:a16="http://schemas.microsoft.com/office/drawing/2014/main" id="{32039DC6-B4CF-4A5A-8D17-3A568D125C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89" name="Freeform 27">
              <a:extLst>
                <a:ext uri="{FF2B5EF4-FFF2-40B4-BE49-F238E27FC236}">
                  <a16:creationId xmlns:a16="http://schemas.microsoft.com/office/drawing/2014/main" id="{99E0C81F-5D8D-4AF8-BDE5-4DF75868F7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90" name="Freeform 28">
              <a:extLst>
                <a:ext uri="{FF2B5EF4-FFF2-40B4-BE49-F238E27FC236}">
                  <a16:creationId xmlns:a16="http://schemas.microsoft.com/office/drawing/2014/main" id="{0D946680-855C-41EC-BBA2-61F6F776E5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91" name="Freeform 29">
              <a:extLst>
                <a:ext uri="{FF2B5EF4-FFF2-40B4-BE49-F238E27FC236}">
                  <a16:creationId xmlns:a16="http://schemas.microsoft.com/office/drawing/2014/main" id="{E6FAD9E8-6E13-45A0-A5D6-8BCAD27B4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92" name="Freeform 30">
              <a:extLst>
                <a:ext uri="{FF2B5EF4-FFF2-40B4-BE49-F238E27FC236}">
                  <a16:creationId xmlns:a16="http://schemas.microsoft.com/office/drawing/2014/main" id="{0CCBC8FA-0581-454F-9FD1-6B6102A1A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93" name="Freeform 31">
              <a:extLst>
                <a:ext uri="{FF2B5EF4-FFF2-40B4-BE49-F238E27FC236}">
                  <a16:creationId xmlns:a16="http://schemas.microsoft.com/office/drawing/2014/main" id="{5D6C328F-65A5-41E8-86E9-E4E638CC3B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</p:grpSp>
      <p:pic>
        <p:nvPicPr>
          <p:cNvPr id="95" name="Picture 2">
            <a:extLst>
              <a:ext uri="{FF2B5EF4-FFF2-40B4-BE49-F238E27FC236}">
                <a16:creationId xmlns:a16="http://schemas.microsoft.com/office/drawing/2014/main" id="{3E94A106-9341-485C-9057-9D62B2BD0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" y="-2"/>
            <a:ext cx="3046144" cy="6858001"/>
          </a:xfrm>
          <a:prstGeom prst="rect">
            <a:avLst/>
          </a:prstGeom>
          <a:extLst>
            <a:ext uri="{909E8E84-426E-40dd-AFC4-6F175D3DCCD1}">
              <a14:hiddenFill xmlns="" xmlns:a16="http://schemas.microsoft.com/office/drawing/2014/main" xmlns:p14="http://schemas.microsoft.com/office/powerpoint/2010/main" xmlns:dgm="http://schemas.openxmlformats.org/drawingml/2006/diagram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7" name="Rectangle 96">
            <a:extLst>
              <a:ext uri="{FF2B5EF4-FFF2-40B4-BE49-F238E27FC236}">
                <a16:creationId xmlns:a16="http://schemas.microsoft.com/office/drawing/2014/main" id="{B53044DC-4918-43DA-B49D-91673C6C94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53"/>
            <a:ext cx="3041715" cy="6858000"/>
          </a:xfrm>
          <a:prstGeom prst="rect">
            <a:avLst/>
          </a:prstGeom>
          <a:ln>
            <a:noFill/>
          </a:ln>
          <a:effectLst>
            <a:outerShdw blurRad="76200" dist="38100" algn="l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1DCE6B36-1420-43AB-86CF-4E653A51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92" y="-9998"/>
            <a:ext cx="915604" cy="6858001"/>
            <a:chOff x="-14288" y="0"/>
            <a:chExt cx="1220788" cy="6858001"/>
          </a:xfrm>
          <a:gradFill flip="none" rotWithShape="1">
            <a:gsLst>
              <a:gs pos="0">
                <a:schemeClr val="bg2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00" name="Rectangle 5">
              <a:extLst>
                <a:ext uri="{FF2B5EF4-FFF2-40B4-BE49-F238E27FC236}">
                  <a16:creationId xmlns:a16="http://schemas.microsoft.com/office/drawing/2014/main" id="{72626E0B-9628-468E-A713-011C02F602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01" name="Freeform 6">
              <a:extLst>
                <a:ext uri="{FF2B5EF4-FFF2-40B4-BE49-F238E27FC236}">
                  <a16:creationId xmlns:a16="http://schemas.microsoft.com/office/drawing/2014/main" id="{93F7977A-BD91-4B0D-9A8D-372DB67AD8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02" name="Freeform 7">
              <a:extLst>
                <a:ext uri="{FF2B5EF4-FFF2-40B4-BE49-F238E27FC236}">
                  <a16:creationId xmlns:a16="http://schemas.microsoft.com/office/drawing/2014/main" id="{9FEE6A56-01A1-404D-864E-1C2587C9AF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03" name="Freeform 8">
              <a:extLst>
                <a:ext uri="{FF2B5EF4-FFF2-40B4-BE49-F238E27FC236}">
                  <a16:creationId xmlns:a16="http://schemas.microsoft.com/office/drawing/2014/main" id="{E74DBBF2-EF6F-4E3E-B183-F8EEE76094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04" name="Freeform 9">
              <a:extLst>
                <a:ext uri="{FF2B5EF4-FFF2-40B4-BE49-F238E27FC236}">
                  <a16:creationId xmlns:a16="http://schemas.microsoft.com/office/drawing/2014/main" id="{ABCF0F27-B056-474C-A0FB-1DB747A92F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05" name="Freeform 10">
              <a:extLst>
                <a:ext uri="{FF2B5EF4-FFF2-40B4-BE49-F238E27FC236}">
                  <a16:creationId xmlns:a16="http://schemas.microsoft.com/office/drawing/2014/main" id="{0A0A5B7B-BA2A-45CC-AABE-9D5B08A5DB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06" name="Freeform 11">
              <a:extLst>
                <a:ext uri="{FF2B5EF4-FFF2-40B4-BE49-F238E27FC236}">
                  <a16:creationId xmlns:a16="http://schemas.microsoft.com/office/drawing/2014/main" id="{3C9A5D2B-1787-4954-9108-B9D497A87C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07" name="Freeform 12">
              <a:extLst>
                <a:ext uri="{FF2B5EF4-FFF2-40B4-BE49-F238E27FC236}">
                  <a16:creationId xmlns:a16="http://schemas.microsoft.com/office/drawing/2014/main" id="{818C4F8B-7556-49A7-83C6-C8F631F6A9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08" name="Freeform 13">
              <a:extLst>
                <a:ext uri="{FF2B5EF4-FFF2-40B4-BE49-F238E27FC236}">
                  <a16:creationId xmlns:a16="http://schemas.microsoft.com/office/drawing/2014/main" id="{22BED614-D078-47EA-9C72-190217FDD5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09" name="Freeform 14">
              <a:extLst>
                <a:ext uri="{FF2B5EF4-FFF2-40B4-BE49-F238E27FC236}">
                  <a16:creationId xmlns:a16="http://schemas.microsoft.com/office/drawing/2014/main" id="{73DE0BF2-86D7-4038-AC4B-AF0F116A5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10" name="Freeform 15">
              <a:extLst>
                <a:ext uri="{FF2B5EF4-FFF2-40B4-BE49-F238E27FC236}">
                  <a16:creationId xmlns:a16="http://schemas.microsoft.com/office/drawing/2014/main" id="{11D8BB55-D027-420C-9EF9-49B3BA79DC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11" name="Line 16">
              <a:extLst>
                <a:ext uri="{FF2B5EF4-FFF2-40B4-BE49-F238E27FC236}">
                  <a16:creationId xmlns:a16="http://schemas.microsoft.com/office/drawing/2014/main" id="{3FAEF5CE-07ED-46A7-9777-D86C70719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12" name="Freeform 17">
              <a:extLst>
                <a:ext uri="{FF2B5EF4-FFF2-40B4-BE49-F238E27FC236}">
                  <a16:creationId xmlns:a16="http://schemas.microsoft.com/office/drawing/2014/main" id="{29CAFB1A-357C-4313-B734-1CD4E4F9D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13" name="Freeform 18">
              <a:extLst>
                <a:ext uri="{FF2B5EF4-FFF2-40B4-BE49-F238E27FC236}">
                  <a16:creationId xmlns:a16="http://schemas.microsoft.com/office/drawing/2014/main" id="{653161D3-8634-4BB7-A2BC-028C4EAA1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14" name="Freeform 19">
              <a:extLst>
                <a:ext uri="{FF2B5EF4-FFF2-40B4-BE49-F238E27FC236}">
                  <a16:creationId xmlns:a16="http://schemas.microsoft.com/office/drawing/2014/main" id="{9537546A-6FF1-408B-AFE2-BBF7D34823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15" name="Freeform 20">
              <a:extLst>
                <a:ext uri="{FF2B5EF4-FFF2-40B4-BE49-F238E27FC236}">
                  <a16:creationId xmlns:a16="http://schemas.microsoft.com/office/drawing/2014/main" id="{F73EE662-79B7-404B-B1B8-0E096BE4CD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16" name="Rectangle 21">
              <a:extLst>
                <a:ext uri="{FF2B5EF4-FFF2-40B4-BE49-F238E27FC236}">
                  <a16:creationId xmlns:a16="http://schemas.microsoft.com/office/drawing/2014/main" id="{B6DDB906-1F52-4D64-8493-4816EDDD3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17" name="Freeform 22">
              <a:extLst>
                <a:ext uri="{FF2B5EF4-FFF2-40B4-BE49-F238E27FC236}">
                  <a16:creationId xmlns:a16="http://schemas.microsoft.com/office/drawing/2014/main" id="{4FA472A5-ABEA-4961-897B-7EB96AF09A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18" name="Freeform 23">
              <a:extLst>
                <a:ext uri="{FF2B5EF4-FFF2-40B4-BE49-F238E27FC236}">
                  <a16:creationId xmlns:a16="http://schemas.microsoft.com/office/drawing/2014/main" id="{54226E99-C38F-4456-A1F8-8897483FD9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19" name="Freeform 24">
              <a:extLst>
                <a:ext uri="{FF2B5EF4-FFF2-40B4-BE49-F238E27FC236}">
                  <a16:creationId xmlns:a16="http://schemas.microsoft.com/office/drawing/2014/main" id="{0A4A0196-A383-4629-B9A5-9C87E846C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20" name="Freeform 25">
              <a:extLst>
                <a:ext uri="{FF2B5EF4-FFF2-40B4-BE49-F238E27FC236}">
                  <a16:creationId xmlns:a16="http://schemas.microsoft.com/office/drawing/2014/main" id="{BA5E608D-2E7B-4662-A9A0-18D4E0F0DC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21" name="Freeform 26">
              <a:extLst>
                <a:ext uri="{FF2B5EF4-FFF2-40B4-BE49-F238E27FC236}">
                  <a16:creationId xmlns:a16="http://schemas.microsoft.com/office/drawing/2014/main" id="{5E211F37-790F-4BD7-B055-022AE0C2E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22" name="Freeform 27">
              <a:extLst>
                <a:ext uri="{FF2B5EF4-FFF2-40B4-BE49-F238E27FC236}">
                  <a16:creationId xmlns:a16="http://schemas.microsoft.com/office/drawing/2014/main" id="{96F375D0-232A-490A-9499-CB5FBA3FD9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23" name="Freeform 28">
              <a:extLst>
                <a:ext uri="{FF2B5EF4-FFF2-40B4-BE49-F238E27FC236}">
                  <a16:creationId xmlns:a16="http://schemas.microsoft.com/office/drawing/2014/main" id="{6B33B423-FD0F-4780-A0D6-32FC040B37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24" name="Freeform 29">
              <a:extLst>
                <a:ext uri="{FF2B5EF4-FFF2-40B4-BE49-F238E27FC236}">
                  <a16:creationId xmlns:a16="http://schemas.microsoft.com/office/drawing/2014/main" id="{B6BD1710-838F-4CDD-A000-C6C710A6A0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25" name="Freeform 30">
              <a:extLst>
                <a:ext uri="{FF2B5EF4-FFF2-40B4-BE49-F238E27FC236}">
                  <a16:creationId xmlns:a16="http://schemas.microsoft.com/office/drawing/2014/main" id="{0BB93533-1C95-4B0A-B0E2-168602B085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26" name="Freeform 31">
              <a:extLst>
                <a:ext uri="{FF2B5EF4-FFF2-40B4-BE49-F238E27FC236}">
                  <a16:creationId xmlns:a16="http://schemas.microsoft.com/office/drawing/2014/main" id="{CB0B113D-1987-4D89-A475-511E092FE1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</p:grpSp>
      <p:pic>
        <p:nvPicPr>
          <p:cNvPr id="128" name="Picture 2">
            <a:extLst>
              <a:ext uri="{FF2B5EF4-FFF2-40B4-BE49-F238E27FC236}">
                <a16:creationId xmlns:a16="http://schemas.microsoft.com/office/drawing/2014/main" id="{9BE36DBF-0333-4D36-A5BF-81FDA2406F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" y="-13238"/>
            <a:ext cx="3047039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dgm="http://schemas.openxmlformats.org/drawingml/2006/diagram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9997" y="1134681"/>
            <a:ext cx="2057483" cy="4255025"/>
          </a:xfrm>
        </p:spPr>
        <p:txBody>
          <a:bodyPr>
            <a:normAutofit/>
          </a:bodyPr>
          <a:lstStyle/>
          <a:p>
            <a:r>
              <a:rPr lang="pt-PT">
                <a:solidFill>
                  <a:srgbClr val="FFFFFF"/>
                </a:solidFill>
              </a:rPr>
              <a:t>HTTP x RMI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2EE699F-81D7-2A0E-9837-61A4F1C898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6078810"/>
              </p:ext>
            </p:extLst>
          </p:nvPr>
        </p:nvGraphicFramePr>
        <p:xfrm>
          <a:off x="3496641" y="1134682"/>
          <a:ext cx="5019561" cy="42550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roup 134">
            <a:extLst>
              <a:ext uri="{FF2B5EF4-FFF2-40B4-BE49-F238E27FC236}">
                <a16:creationId xmlns:a16="http://schemas.microsoft.com/office/drawing/2014/main" id="{9AE4726C-1831-4FE3-9A11-227F0DC2F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4002" cy="6858001"/>
            <a:chOff x="0" y="-1"/>
            <a:chExt cx="12192003" cy="6858001"/>
          </a:xfrm>
        </p:grpSpPr>
        <p:sp useBgFill="1">
          <p:nvSpPr>
            <p:cNvPr id="136" name="Rectangle 135">
              <a:extLst>
                <a:ext uri="{FF2B5EF4-FFF2-40B4-BE49-F238E27FC236}">
                  <a16:creationId xmlns:a16="http://schemas.microsoft.com/office/drawing/2014/main" id="{B651D7F7-8C54-448E-A268-1CBFAD87D4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7" name="Picture 2">
              <a:extLst>
                <a:ext uri="{FF2B5EF4-FFF2-40B4-BE49-F238E27FC236}">
                  <a16:creationId xmlns:a16="http://schemas.microsoft.com/office/drawing/2014/main" id="{E3B56E94-40E1-489A-98B2-A3238D66A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6="http://schemas.microsoft.com/office/drawing/2014/main" xmlns:a14="http://schemas.microsoft.com/office/drawing/2010/main" xmlns:p14="http://schemas.microsoft.com/office/powerpoint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7522" y="618518"/>
            <a:ext cx="4538035" cy="1478570"/>
          </a:xfrm>
        </p:spPr>
        <p:txBody>
          <a:bodyPr>
            <a:normAutofit/>
          </a:bodyPr>
          <a:lstStyle/>
          <a:p>
            <a:r>
              <a:t>Conclusão</a:t>
            </a:r>
          </a:p>
        </p:txBody>
      </p:sp>
      <p:pic>
        <p:nvPicPr>
          <p:cNvPr id="5" name="Picture 4" descr="Fundo de tecnologia de redes e blocos azuis">
            <a:extLst>
              <a:ext uri="{FF2B5EF4-FFF2-40B4-BE49-F238E27FC236}">
                <a16:creationId xmlns:a16="http://schemas.microsoft.com/office/drawing/2014/main" id="{0D55B798-6E47-E31C-E848-0696983EEC1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887" r="50596"/>
          <a:stretch/>
        </p:blipFill>
        <p:spPr>
          <a:xfrm>
            <a:off x="-4197" y="10"/>
            <a:ext cx="3476686" cy="6857990"/>
          </a:xfrm>
          <a:prstGeom prst="rect">
            <a:avLst/>
          </a:prstGeom>
        </p:spPr>
      </p:pic>
      <p:grpSp>
        <p:nvGrpSpPr>
          <p:cNvPr id="139" name="Group 138">
            <a:extLst>
              <a:ext uri="{FF2B5EF4-FFF2-40B4-BE49-F238E27FC236}">
                <a16:creationId xmlns:a16="http://schemas.microsoft.com/office/drawing/2014/main" id="{E916825F-759B-4F1A-BA80-AF7137691E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0"/>
            <a:ext cx="1728807" cy="6858001"/>
            <a:chOff x="0" y="0"/>
            <a:chExt cx="2305051" cy="6858001"/>
          </a:xfrm>
          <a:solidFill>
            <a:schemeClr val="tx1">
              <a:alpha val="70000"/>
            </a:schemeClr>
          </a:solidFill>
          <a:effectLst/>
        </p:grpSpPr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0AF64541-DE3B-4DBB-84E1-907956469E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41" name="Freeform 6">
              <a:extLst>
                <a:ext uri="{FF2B5EF4-FFF2-40B4-BE49-F238E27FC236}">
                  <a16:creationId xmlns:a16="http://schemas.microsoft.com/office/drawing/2014/main" id="{9175DCC0-514A-4CA1-AD9A-1BB0FFF1B4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42" name="Freeform 7">
              <a:extLst>
                <a:ext uri="{FF2B5EF4-FFF2-40B4-BE49-F238E27FC236}">
                  <a16:creationId xmlns:a16="http://schemas.microsoft.com/office/drawing/2014/main" id="{10371924-94D9-48AF-9D5B-6471775BE8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7C964FF9-A41A-438C-A22B-62690C98F1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44" name="Freeform 9">
              <a:extLst>
                <a:ext uri="{FF2B5EF4-FFF2-40B4-BE49-F238E27FC236}">
                  <a16:creationId xmlns:a16="http://schemas.microsoft.com/office/drawing/2014/main" id="{61716CD6-1875-4567-B3E2-364CD0960D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45" name="Freeform 10">
              <a:extLst>
                <a:ext uri="{FF2B5EF4-FFF2-40B4-BE49-F238E27FC236}">
                  <a16:creationId xmlns:a16="http://schemas.microsoft.com/office/drawing/2014/main" id="{31A293D3-7189-453D-AB91-1291AAFF3D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46" name="Freeform 11">
              <a:extLst>
                <a:ext uri="{FF2B5EF4-FFF2-40B4-BE49-F238E27FC236}">
                  <a16:creationId xmlns:a16="http://schemas.microsoft.com/office/drawing/2014/main" id="{87CB4EFE-58B3-4326-9CFB-A2AFADDFA5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47" name="Freeform 12">
              <a:extLst>
                <a:ext uri="{FF2B5EF4-FFF2-40B4-BE49-F238E27FC236}">
                  <a16:creationId xmlns:a16="http://schemas.microsoft.com/office/drawing/2014/main" id="{249CF4D3-B5A3-4287-BC9D-E9BB8FA6E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48" name="Freeform 13">
              <a:extLst>
                <a:ext uri="{FF2B5EF4-FFF2-40B4-BE49-F238E27FC236}">
                  <a16:creationId xmlns:a16="http://schemas.microsoft.com/office/drawing/2014/main" id="{4D2515F2-4D11-41AF-A6B1-7D084BEA9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49" name="Freeform 14">
              <a:extLst>
                <a:ext uri="{FF2B5EF4-FFF2-40B4-BE49-F238E27FC236}">
                  <a16:creationId xmlns:a16="http://schemas.microsoft.com/office/drawing/2014/main" id="{331BCBF4-0DC2-426E-84B3-AE38E403C9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50" name="Freeform 15">
              <a:extLst>
                <a:ext uri="{FF2B5EF4-FFF2-40B4-BE49-F238E27FC236}">
                  <a16:creationId xmlns:a16="http://schemas.microsoft.com/office/drawing/2014/main" id="{EC8AF156-0BE9-437D-A83B-87364146D0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51" name="Freeform 16">
              <a:extLst>
                <a:ext uri="{FF2B5EF4-FFF2-40B4-BE49-F238E27FC236}">
                  <a16:creationId xmlns:a16="http://schemas.microsoft.com/office/drawing/2014/main" id="{AC8CB256-3F62-4406-88F5-CE2421FF25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52" name="Freeform 17">
              <a:extLst>
                <a:ext uri="{FF2B5EF4-FFF2-40B4-BE49-F238E27FC236}">
                  <a16:creationId xmlns:a16="http://schemas.microsoft.com/office/drawing/2014/main" id="{F3E812EB-415E-4B60-B0FB-65386882CE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53" name="Freeform 18">
              <a:extLst>
                <a:ext uri="{FF2B5EF4-FFF2-40B4-BE49-F238E27FC236}">
                  <a16:creationId xmlns:a16="http://schemas.microsoft.com/office/drawing/2014/main" id="{EB4C95D7-8E6D-45EC-8CA1-9123D718E3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54" name="Freeform 19">
              <a:extLst>
                <a:ext uri="{FF2B5EF4-FFF2-40B4-BE49-F238E27FC236}">
                  <a16:creationId xmlns:a16="http://schemas.microsoft.com/office/drawing/2014/main" id="{83F62FD2-2F62-4495-997C-8BD7F95AB8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55" name="Freeform 20">
              <a:extLst>
                <a:ext uri="{FF2B5EF4-FFF2-40B4-BE49-F238E27FC236}">
                  <a16:creationId xmlns:a16="http://schemas.microsoft.com/office/drawing/2014/main" id="{B7DFE0F9-22A3-4846-8D4E-0D193BD32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56" name="Freeform 21">
              <a:extLst>
                <a:ext uri="{FF2B5EF4-FFF2-40B4-BE49-F238E27FC236}">
                  <a16:creationId xmlns:a16="http://schemas.microsoft.com/office/drawing/2014/main" id="{244DAF25-7415-491A-9FF6-E04BC2DC2E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57" name="Freeform 22">
              <a:extLst>
                <a:ext uri="{FF2B5EF4-FFF2-40B4-BE49-F238E27FC236}">
                  <a16:creationId xmlns:a16="http://schemas.microsoft.com/office/drawing/2014/main" id="{7ACA3646-863C-4D00-A58A-62C7FE71CE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58" name="Freeform 23">
              <a:extLst>
                <a:ext uri="{FF2B5EF4-FFF2-40B4-BE49-F238E27FC236}">
                  <a16:creationId xmlns:a16="http://schemas.microsoft.com/office/drawing/2014/main" id="{0EA18B38-BD42-45ED-8458-FB205DBC76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59" name="Freeform 24">
              <a:extLst>
                <a:ext uri="{FF2B5EF4-FFF2-40B4-BE49-F238E27FC236}">
                  <a16:creationId xmlns:a16="http://schemas.microsoft.com/office/drawing/2014/main" id="{45302917-5DBE-4CF2-B52F-478F93FDDE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60" name="Freeform 25">
              <a:extLst>
                <a:ext uri="{FF2B5EF4-FFF2-40B4-BE49-F238E27FC236}">
                  <a16:creationId xmlns:a16="http://schemas.microsoft.com/office/drawing/2014/main" id="{8E61E6FD-D40E-479C-ABE9-2B69AE20D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61" name="Freeform 26">
              <a:extLst>
                <a:ext uri="{FF2B5EF4-FFF2-40B4-BE49-F238E27FC236}">
                  <a16:creationId xmlns:a16="http://schemas.microsoft.com/office/drawing/2014/main" id="{2F4DEB4F-F824-48D7-AF9B-B5D905DCD1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62" name="Freeform 27">
              <a:extLst>
                <a:ext uri="{FF2B5EF4-FFF2-40B4-BE49-F238E27FC236}">
                  <a16:creationId xmlns:a16="http://schemas.microsoft.com/office/drawing/2014/main" id="{F76CFA02-6090-4464-B573-BCA350C901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63" name="Freeform 28">
              <a:extLst>
                <a:ext uri="{FF2B5EF4-FFF2-40B4-BE49-F238E27FC236}">
                  <a16:creationId xmlns:a16="http://schemas.microsoft.com/office/drawing/2014/main" id="{51BE8BEC-76C7-41FE-AB76-35194C2442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64" name="Freeform 29">
              <a:extLst>
                <a:ext uri="{FF2B5EF4-FFF2-40B4-BE49-F238E27FC236}">
                  <a16:creationId xmlns:a16="http://schemas.microsoft.com/office/drawing/2014/main" id="{710F61D4-3B34-45A9-B9B7-CE0373AB49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65" name="Freeform 30">
              <a:extLst>
                <a:ext uri="{FF2B5EF4-FFF2-40B4-BE49-F238E27FC236}">
                  <a16:creationId xmlns:a16="http://schemas.microsoft.com/office/drawing/2014/main" id="{451F080F-4CFB-4626-87CA-BB4CACA1C6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66" name="Freeform 31">
              <a:extLst>
                <a:ext uri="{FF2B5EF4-FFF2-40B4-BE49-F238E27FC236}">
                  <a16:creationId xmlns:a16="http://schemas.microsoft.com/office/drawing/2014/main" id="{667BBD71-2295-4A66-B76C-F82175C2B0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67" name="Freeform 32">
              <a:extLst>
                <a:ext uri="{FF2B5EF4-FFF2-40B4-BE49-F238E27FC236}">
                  <a16:creationId xmlns:a16="http://schemas.microsoft.com/office/drawing/2014/main" id="{B6644DE8-5BD1-4D5F-B245-0D3A21BCE1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A4DE8FD0-E681-4D9C-85C2-BEA4C2B3A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69" name="Freeform 34">
              <a:extLst>
                <a:ext uri="{FF2B5EF4-FFF2-40B4-BE49-F238E27FC236}">
                  <a16:creationId xmlns:a16="http://schemas.microsoft.com/office/drawing/2014/main" id="{D46033BD-1026-4388-B926-9D11E1D7C4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70" name="Freeform 35">
              <a:extLst>
                <a:ext uri="{FF2B5EF4-FFF2-40B4-BE49-F238E27FC236}">
                  <a16:creationId xmlns:a16="http://schemas.microsoft.com/office/drawing/2014/main" id="{1FA74D4C-2E28-42C5-A7FA-3C7D6BD8B7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71" name="Freeform 36">
              <a:extLst>
                <a:ext uri="{FF2B5EF4-FFF2-40B4-BE49-F238E27FC236}">
                  <a16:creationId xmlns:a16="http://schemas.microsoft.com/office/drawing/2014/main" id="{FADF7B3F-903C-456C-983E-C9868DDAB9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72" name="Freeform 37">
              <a:extLst>
                <a:ext uri="{FF2B5EF4-FFF2-40B4-BE49-F238E27FC236}">
                  <a16:creationId xmlns:a16="http://schemas.microsoft.com/office/drawing/2014/main" id="{033F8698-1549-44AD-8DAD-0055D7B807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73" name="Freeform 38">
              <a:extLst>
                <a:ext uri="{FF2B5EF4-FFF2-40B4-BE49-F238E27FC236}">
                  <a16:creationId xmlns:a16="http://schemas.microsoft.com/office/drawing/2014/main" id="{F1BDD4B6-46FD-4048-ADF1-32EADD9E5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74" name="Freeform 39">
              <a:extLst>
                <a:ext uri="{FF2B5EF4-FFF2-40B4-BE49-F238E27FC236}">
                  <a16:creationId xmlns:a16="http://schemas.microsoft.com/office/drawing/2014/main" id="{E7F387A7-B3BF-4B1A-BFCA-2D21AD3DFE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75" name="Freeform 40">
              <a:extLst>
                <a:ext uri="{FF2B5EF4-FFF2-40B4-BE49-F238E27FC236}">
                  <a16:creationId xmlns:a16="http://schemas.microsoft.com/office/drawing/2014/main" id="{7A1B6BC8-EA82-459D-A0E0-4EBE394E71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76" name="Freeform 41">
              <a:extLst>
                <a:ext uri="{FF2B5EF4-FFF2-40B4-BE49-F238E27FC236}">
                  <a16:creationId xmlns:a16="http://schemas.microsoft.com/office/drawing/2014/main" id="{8B94E190-DDC2-4545-906F-A1699BD73D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77" name="Freeform 42">
              <a:extLst>
                <a:ext uri="{FF2B5EF4-FFF2-40B4-BE49-F238E27FC236}">
                  <a16:creationId xmlns:a16="http://schemas.microsoft.com/office/drawing/2014/main" id="{D9807239-A5BA-4BB3-9194-BCE3B2F21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78" name="Freeform 43">
              <a:extLst>
                <a:ext uri="{FF2B5EF4-FFF2-40B4-BE49-F238E27FC236}">
                  <a16:creationId xmlns:a16="http://schemas.microsoft.com/office/drawing/2014/main" id="{04D300FD-DC53-4375-8981-09EA63BCF1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79" name="Freeform 44">
              <a:extLst>
                <a:ext uri="{FF2B5EF4-FFF2-40B4-BE49-F238E27FC236}">
                  <a16:creationId xmlns:a16="http://schemas.microsoft.com/office/drawing/2014/main" id="{1DF83FFD-4C16-41FD-928F-6E88AFC451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A5B4BC2F-B667-462B-99D8-0C433124AB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81" name="Freeform 46">
              <a:extLst>
                <a:ext uri="{FF2B5EF4-FFF2-40B4-BE49-F238E27FC236}">
                  <a16:creationId xmlns:a16="http://schemas.microsoft.com/office/drawing/2014/main" id="{0CBD9EFB-AC61-4674-B75A-56449003CC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82" name="Freeform 47">
              <a:extLst>
                <a:ext uri="{FF2B5EF4-FFF2-40B4-BE49-F238E27FC236}">
                  <a16:creationId xmlns:a16="http://schemas.microsoft.com/office/drawing/2014/main" id="{1AD4BBB0-F6A7-451F-BE09-DF619F38EB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83" name="Freeform 48">
              <a:extLst>
                <a:ext uri="{FF2B5EF4-FFF2-40B4-BE49-F238E27FC236}">
                  <a16:creationId xmlns:a16="http://schemas.microsoft.com/office/drawing/2014/main" id="{A258B285-AE5E-473A-AA72-3C95E1D833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84" name="Freeform 49">
              <a:extLst>
                <a:ext uri="{FF2B5EF4-FFF2-40B4-BE49-F238E27FC236}">
                  <a16:creationId xmlns:a16="http://schemas.microsoft.com/office/drawing/2014/main" id="{7BEEDDE5-CB8A-4DF9-858F-4D9462D95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85" name="Freeform 50">
              <a:extLst>
                <a:ext uri="{FF2B5EF4-FFF2-40B4-BE49-F238E27FC236}">
                  <a16:creationId xmlns:a16="http://schemas.microsoft.com/office/drawing/2014/main" id="{DA1C731B-9B66-4D65-BF47-04B118107B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86" name="Freeform 51">
              <a:extLst>
                <a:ext uri="{FF2B5EF4-FFF2-40B4-BE49-F238E27FC236}">
                  <a16:creationId xmlns:a16="http://schemas.microsoft.com/office/drawing/2014/main" id="{58DBFEC6-C6DC-4B7A-934F-5A79EC3280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87" name="Freeform 52">
              <a:extLst>
                <a:ext uri="{FF2B5EF4-FFF2-40B4-BE49-F238E27FC236}">
                  <a16:creationId xmlns:a16="http://schemas.microsoft.com/office/drawing/2014/main" id="{9948D8CB-2DBE-4E48-98EA-DF9E2666A2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88" name="Freeform 53">
              <a:extLst>
                <a:ext uri="{FF2B5EF4-FFF2-40B4-BE49-F238E27FC236}">
                  <a16:creationId xmlns:a16="http://schemas.microsoft.com/office/drawing/2014/main" id="{56AB69F6-9F0B-4AB6-BCA8-AA2FD69E99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89" name="Freeform 54">
              <a:extLst>
                <a:ext uri="{FF2B5EF4-FFF2-40B4-BE49-F238E27FC236}">
                  <a16:creationId xmlns:a16="http://schemas.microsoft.com/office/drawing/2014/main" id="{0E7FB426-288D-4B0B-B73B-10CCC0EF41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90" name="Freeform 55">
              <a:extLst>
                <a:ext uri="{FF2B5EF4-FFF2-40B4-BE49-F238E27FC236}">
                  <a16:creationId xmlns:a16="http://schemas.microsoft.com/office/drawing/2014/main" id="{A5C59C6B-46C9-48C9-9F57-2EE738B53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91" name="Freeform 56">
              <a:extLst>
                <a:ext uri="{FF2B5EF4-FFF2-40B4-BE49-F238E27FC236}">
                  <a16:creationId xmlns:a16="http://schemas.microsoft.com/office/drawing/2014/main" id="{7CE85F33-17DC-4273-B06F-D17109444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92" name="Freeform 57">
              <a:extLst>
                <a:ext uri="{FF2B5EF4-FFF2-40B4-BE49-F238E27FC236}">
                  <a16:creationId xmlns:a16="http://schemas.microsoft.com/office/drawing/2014/main" id="{5CD001CF-F2C4-4810-A8D9-679F9F89E5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93" name="Freeform 58">
              <a:extLst>
                <a:ext uri="{FF2B5EF4-FFF2-40B4-BE49-F238E27FC236}">
                  <a16:creationId xmlns:a16="http://schemas.microsoft.com/office/drawing/2014/main" id="{69F4BCDD-D153-40D2-8DD1-2509EE0CE4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6" name="Rectangle 2">
            <a:extLst>
              <a:ext uri="{FF2B5EF4-FFF2-40B4-BE49-F238E27FC236}">
                <a16:creationId xmlns:a16="http://schemas.microsoft.com/office/drawing/2014/main" id="{A357C21B-71D8-4918-4C2B-9986DEA4276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726718" y="2249487"/>
            <a:ext cx="4558840" cy="354171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pt-PT" altLang="pt-PT" sz="13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Este trabalho abordou a implementação de comunicação entre clientes e servidores utilizando </a:t>
            </a:r>
            <a:r>
              <a:rPr kumimoji="0" lang="pt-PT" altLang="pt-PT" sz="13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HttpClient</a:t>
            </a:r>
            <a:r>
              <a:rPr kumimoji="0" lang="pt-PT" altLang="pt-PT" sz="13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</a:t>
            </a:r>
            <a:r>
              <a:rPr kumimoji="0" lang="pt-PT" altLang="pt-PT" sz="13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RMIClient</a:t>
            </a:r>
            <a:r>
              <a:rPr kumimoji="0" lang="pt-PT" altLang="pt-PT" sz="13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</a:t>
            </a:r>
            <a:r>
              <a:rPr kumimoji="0" lang="pt-PT" altLang="pt-PT" sz="13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API REST</a:t>
            </a:r>
            <a:r>
              <a:rPr kumimoji="0" lang="pt-PT" altLang="pt-PT" sz="13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e </a:t>
            </a:r>
            <a:r>
              <a:rPr kumimoji="0" lang="pt-PT" altLang="pt-PT" sz="13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RMI</a:t>
            </a:r>
            <a:r>
              <a:rPr kumimoji="0" lang="pt-PT" altLang="pt-PT" sz="13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 O </a:t>
            </a:r>
            <a:r>
              <a:rPr kumimoji="0" lang="pt-PT" altLang="pt-PT" sz="13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HttpClient</a:t>
            </a:r>
            <a:r>
              <a:rPr kumimoji="0" lang="pt-PT" altLang="pt-PT" sz="13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permitiu a integração com servidores via HTTP, enquanto o </a:t>
            </a:r>
            <a:r>
              <a:rPr kumimoji="0" lang="pt-PT" altLang="pt-PT" sz="13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RMIClient</a:t>
            </a:r>
            <a:r>
              <a:rPr kumimoji="0" lang="pt-PT" altLang="pt-PT" sz="13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facilitou a invocação remota de métodos em servidores Java. O servidor com </a:t>
            </a:r>
            <a:r>
              <a:rPr kumimoji="0" lang="pt-PT" altLang="pt-PT" sz="13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API REST</a:t>
            </a:r>
            <a:r>
              <a:rPr kumimoji="0" lang="pt-PT" altLang="pt-PT" sz="13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mostrou como expor funcionalidades para diferentes plataformas, e o servidor </a:t>
            </a:r>
            <a:r>
              <a:rPr kumimoji="0" lang="pt-PT" altLang="pt-PT" sz="13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RMI</a:t>
            </a:r>
            <a:r>
              <a:rPr kumimoji="0" lang="pt-PT" altLang="pt-PT" sz="13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ofereceu uma solução eficaz para comunicação entre objetos distribuídos. Concluímos que, dependendo dos requisitos do sistema, tanto o </a:t>
            </a:r>
            <a:r>
              <a:rPr kumimoji="0" lang="pt-PT" altLang="pt-PT" sz="13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REST</a:t>
            </a:r>
            <a:r>
              <a:rPr kumimoji="0" lang="pt-PT" altLang="pt-PT" sz="13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quanto o </a:t>
            </a:r>
            <a:r>
              <a:rPr kumimoji="0" lang="pt-PT" altLang="pt-PT" sz="13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RMI</a:t>
            </a:r>
            <a:r>
              <a:rPr kumimoji="0" lang="pt-PT" altLang="pt-PT" sz="13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têm seu papel, sendo o primeiro ideal para ambientes heterogêneos e o segundo para comunicação em Java.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o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47</TotalTime>
  <Words>540</Words>
  <Application>Microsoft Office PowerPoint</Application>
  <PresentationFormat>Apresentação no Ecrã (4:3)</PresentationFormat>
  <Paragraphs>52</Paragraphs>
  <Slides>11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11</vt:i4>
      </vt:variant>
    </vt:vector>
  </HeadingPairs>
  <TitlesOfParts>
    <vt:vector size="14" baseType="lpstr">
      <vt:lpstr>Arial</vt:lpstr>
      <vt:lpstr>Tw Cen MT</vt:lpstr>
      <vt:lpstr>Circuito</vt:lpstr>
      <vt:lpstr>Arquitetura e Comunicação dos Programas Java</vt:lpstr>
      <vt:lpstr>Visão Geral do Sistema</vt:lpstr>
      <vt:lpstr>Arquitetura do Servidor</vt:lpstr>
      <vt:lpstr>Comunicação: Server e HTTPClient</vt:lpstr>
      <vt:lpstr>Comunicação: Server e RMIClient</vt:lpstr>
      <vt:lpstr>Principais Classes do Servidor</vt:lpstr>
      <vt:lpstr>Principais Classes do HTTPClient</vt:lpstr>
      <vt:lpstr>Principais Classes do RMIClient</vt:lpstr>
      <vt:lpstr>Funcionalidades do Sistema</vt:lpstr>
      <vt:lpstr>HTTP x RMI</vt:lpstr>
      <vt:lpstr>Conclusão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Ricardo Rodrigues</cp:lastModifiedBy>
  <cp:revision>4</cp:revision>
  <dcterms:created xsi:type="dcterms:W3CDTF">2013-01-27T09:14:16Z</dcterms:created>
  <dcterms:modified xsi:type="dcterms:W3CDTF">2024-12-16T00:45:53Z</dcterms:modified>
  <cp:category/>
</cp:coreProperties>
</file>